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912" r:id="rId2"/>
  </p:sldMasterIdLst>
  <p:notesMasterIdLst>
    <p:notesMasterId r:id="rId13"/>
  </p:notesMasterIdLst>
  <p:sldIdLst>
    <p:sldId id="214737941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9471F-936E-0AEB-71DE-9A0F57AE2748}" v="105" dt="2026-07-22T14:05:34.567"/>
    <p1510:client id="{CFDC6D1F-3243-40C7-2CD1-9C45BFB86806}" v="31" dt="2026-07-22T13:34:46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4924F-D49B-4AEB-A114-67D092D23291}" type="datetimeFigureOut">
              <a:t>22/07/2026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D4F8A-4468-4924-9540-F3344BCFF9CF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13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4103D-12FF-C94F-88F8-451DB730837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629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.bin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21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Principa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23EBE529-CA31-9949-BE59-8446479EE3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408" y="2280533"/>
            <a:ext cx="516800" cy="1059018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41B2E585-F3C1-3C40-9C21-F69290FD3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7200" y="5244664"/>
            <a:ext cx="9648828" cy="10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50000"/>
              </a:lnSpc>
              <a:buNone/>
              <a:defRPr sz="4400" spc="0">
                <a:solidFill>
                  <a:schemeClr val="bg1"/>
                </a:solidFill>
              </a:defRPr>
            </a:lvl1pPr>
            <a:lvl2pPr marL="914378" indent="0" algn="ctr">
              <a:buNone/>
              <a:defRPr sz="4000"/>
            </a:lvl2pPr>
            <a:lvl3pPr marL="1828756" indent="0" algn="ctr">
              <a:buNone/>
              <a:defRPr sz="3600"/>
            </a:lvl3pPr>
            <a:lvl4pPr marL="2743132" indent="0" algn="ctr">
              <a:buNone/>
              <a:defRPr sz="3200"/>
            </a:lvl4pPr>
            <a:lvl5pPr marL="3657508" indent="0" algn="ctr">
              <a:buNone/>
              <a:defRPr sz="3200"/>
            </a:lvl5pPr>
            <a:lvl6pPr marL="4571886" indent="0" algn="ctr">
              <a:buNone/>
              <a:defRPr sz="3200"/>
            </a:lvl6pPr>
            <a:lvl7pPr marL="5486264" indent="0" algn="ctr">
              <a:buNone/>
              <a:defRPr sz="3200"/>
            </a:lvl7pPr>
            <a:lvl8pPr marL="6400640" indent="0" algn="ctr">
              <a:buNone/>
              <a:defRPr sz="3200"/>
            </a:lvl8pPr>
            <a:lvl9pPr marL="7315018" indent="0" algn="ctr">
              <a:buNone/>
              <a:defRPr sz="3200"/>
            </a:lvl9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3E55FE-CCD1-B54A-902C-10F65F4376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0" y="2280532"/>
            <a:ext cx="9648828" cy="243117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4000"/>
              </a:lnSpc>
              <a:defRPr sz="9000" b="1">
                <a:solidFill>
                  <a:schemeClr val="bg1"/>
                </a:solidFill>
              </a:defRPr>
            </a:lvl1pPr>
          </a:lstStyle>
          <a:p>
            <a:r>
              <a:rPr lang="es-ES" err="1"/>
              <a:t>Corporate</a:t>
            </a:r>
            <a:r>
              <a:rPr lang="es-ES"/>
              <a:t> PPT</a:t>
            </a:r>
            <a:br>
              <a:rPr lang="es-ES"/>
            </a:br>
            <a:r>
              <a:rPr lang="es-ES" err="1"/>
              <a:t>Titolo</a:t>
            </a:r>
            <a:r>
              <a:rPr lang="es-ES"/>
              <a:t>/</a:t>
            </a:r>
            <a:r>
              <a:rPr lang="es-ES" err="1"/>
              <a:t>Progetto</a:t>
            </a:r>
            <a:endParaRPr lang="es-ES"/>
          </a:p>
        </p:txBody>
      </p:sp>
      <p:sp>
        <p:nvSpPr>
          <p:cNvPr id="24" name="Marcador de fecha 3">
            <a:extLst>
              <a:ext uri="{FF2B5EF4-FFF2-40B4-BE49-F238E27FC236}">
                <a16:creationId xmlns:a16="http://schemas.microsoft.com/office/drawing/2014/main" id="{565168C7-3273-4843-92D7-0D9078A11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7201" y="9089809"/>
            <a:ext cx="2952750" cy="549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B57D0BB-2696-44E6-9F8C-10D8925DD4B3}" type="datetime4">
              <a:rPr lang="it-IT" smtClean="0"/>
              <a:t>22 luglio 2026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743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gnaposto testo 6">
            <a:extLst>
              <a:ext uri="{FF2B5EF4-FFF2-40B4-BE49-F238E27FC236}">
                <a16:creationId xmlns:a16="http://schemas.microsoft.com/office/drawing/2014/main" id="{57D4B1CB-8E89-D34E-9E01-7EB71121D8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06701" y="2409938"/>
            <a:ext cx="688582" cy="55445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0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00 /</a:t>
            </a:r>
          </a:p>
        </p:txBody>
      </p:sp>
      <p:sp>
        <p:nvSpPr>
          <p:cNvPr id="34" name="Segnaposto testo 10">
            <a:extLst>
              <a:ext uri="{FF2B5EF4-FFF2-40B4-BE49-F238E27FC236}">
                <a16:creationId xmlns:a16="http://schemas.microsoft.com/office/drawing/2014/main" id="{1EF9C219-EADE-3B49-B073-4C2747B870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532" y="2409831"/>
            <a:ext cx="5187696" cy="55435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Testo</a:t>
            </a:r>
            <a:br>
              <a:rPr lang="it-IT"/>
            </a:br>
            <a:endParaRPr lang="it-IT"/>
          </a:p>
        </p:txBody>
      </p:sp>
      <p:sp>
        <p:nvSpPr>
          <p:cNvPr id="35" name="Segnaposto testo 6">
            <a:extLst>
              <a:ext uri="{FF2B5EF4-FFF2-40B4-BE49-F238E27FC236}">
                <a16:creationId xmlns:a16="http://schemas.microsoft.com/office/drawing/2014/main" id="{F9E92E78-53B9-2F49-BDB8-8997EA04D9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2777" y="2409938"/>
            <a:ext cx="688582" cy="55445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0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00 /</a:t>
            </a:r>
          </a:p>
        </p:txBody>
      </p:sp>
      <p:sp>
        <p:nvSpPr>
          <p:cNvPr id="36" name="Segnaposto testo 10">
            <a:extLst>
              <a:ext uri="{FF2B5EF4-FFF2-40B4-BE49-F238E27FC236}">
                <a16:creationId xmlns:a16="http://schemas.microsoft.com/office/drawing/2014/main" id="{F6F97346-8604-A94D-932C-55F158AF5E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3611" y="2409831"/>
            <a:ext cx="5187690" cy="55435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Testo</a:t>
            </a:r>
          </a:p>
        </p:txBody>
      </p:sp>
      <p:sp>
        <p:nvSpPr>
          <p:cNvPr id="14" name="Segnaposto data 13">
            <a:extLst>
              <a:ext uri="{FF2B5EF4-FFF2-40B4-BE49-F238E27FC236}">
                <a16:creationId xmlns:a16="http://schemas.microsoft.com/office/drawing/2014/main" id="{557E0093-5401-BD46-9504-0142F7DB28A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FDE3E4D2-6AA6-154B-96E3-CAE02C3D4BF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60984B8-1395-5545-8AB6-FF89F36D645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5E26CE70-1386-AE44-A174-F8835440D9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1" y="751165"/>
            <a:ext cx="8067678" cy="790574"/>
          </a:xfrm>
        </p:spPr>
        <p:txBody>
          <a:bodyPr anchor="ctr"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3F5DD-86D7-44A6-8238-D96D253BA3A5}"/>
              </a:ext>
            </a:extLst>
          </p:cNvPr>
          <p:cNvGrpSpPr/>
          <p:nvPr userDrawn="1"/>
        </p:nvGrpSpPr>
        <p:grpSpPr>
          <a:xfrm>
            <a:off x="-1252659" y="1833576"/>
            <a:ext cx="800694" cy="6173464"/>
            <a:chOff x="-1981200" y="1269158"/>
            <a:chExt cx="678353" cy="58903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319AC7-2870-495B-AEF5-392C994DD053}"/>
                </a:ext>
              </a:extLst>
            </p:cNvPr>
            <p:cNvSpPr/>
            <p:nvPr/>
          </p:nvSpPr>
          <p:spPr>
            <a:xfrm>
              <a:off x="-1981200" y="1269158"/>
              <a:ext cx="665394" cy="558000"/>
            </a:xfrm>
            <a:prstGeom prst="rect">
              <a:avLst/>
            </a:prstGeom>
            <a:solidFill>
              <a:srgbClr val="00B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7DB56D-FA86-4543-BCC9-42E2DE437467}"/>
                </a:ext>
              </a:extLst>
            </p:cNvPr>
            <p:cNvSpPr/>
            <p:nvPr/>
          </p:nvSpPr>
          <p:spPr>
            <a:xfrm>
              <a:off x="-1981200" y="2067034"/>
              <a:ext cx="665394" cy="558000"/>
            </a:xfrm>
            <a:prstGeom prst="rect">
              <a:avLst/>
            </a:prstGeom>
            <a:solidFill>
              <a:srgbClr val="4DA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9D8EBC-C669-4E7E-B43E-837712733FEF}"/>
                </a:ext>
              </a:extLst>
            </p:cNvPr>
            <p:cNvSpPr/>
            <p:nvPr/>
          </p:nvSpPr>
          <p:spPr>
            <a:xfrm>
              <a:off x="-1981200" y="2864910"/>
              <a:ext cx="665394" cy="558000"/>
            </a:xfrm>
            <a:prstGeom prst="rect">
              <a:avLst/>
            </a:prstGeom>
            <a:solidFill>
              <a:srgbClr val="7FD8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4F8D161-1E2D-4AD7-8EB8-DE56C05A2D4B}"/>
                </a:ext>
              </a:extLst>
            </p:cNvPr>
            <p:cNvSpPr/>
            <p:nvPr/>
          </p:nvSpPr>
          <p:spPr>
            <a:xfrm>
              <a:off x="-1981200" y="5168256"/>
              <a:ext cx="665394" cy="558000"/>
            </a:xfrm>
            <a:prstGeom prst="rect">
              <a:avLst/>
            </a:prstGeom>
            <a:solidFill>
              <a:srgbClr val="CDD8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1CDA55-CB8F-48EE-9784-614DA1ED4695}"/>
                </a:ext>
              </a:extLst>
            </p:cNvPr>
            <p:cNvSpPr/>
            <p:nvPr/>
          </p:nvSpPr>
          <p:spPr>
            <a:xfrm>
              <a:off x="-1968241" y="3662786"/>
              <a:ext cx="665394" cy="558000"/>
            </a:xfrm>
            <a:prstGeom prst="rect">
              <a:avLst/>
            </a:prstGeom>
            <a:solidFill>
              <a:srgbClr val="CCF0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A9FF7B7-C9A3-4570-A830-EEC1D45FDB5E}"/>
                </a:ext>
              </a:extLst>
            </p:cNvPr>
            <p:cNvSpPr/>
            <p:nvPr/>
          </p:nvSpPr>
          <p:spPr>
            <a:xfrm>
              <a:off x="-1981200" y="4445738"/>
              <a:ext cx="665394" cy="558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418423-DA8C-449B-A5AE-32D7B97625A3}"/>
                </a:ext>
              </a:extLst>
            </p:cNvPr>
            <p:cNvSpPr/>
            <p:nvPr/>
          </p:nvSpPr>
          <p:spPr>
            <a:xfrm>
              <a:off x="-1968241" y="5918600"/>
              <a:ext cx="665394" cy="558000"/>
            </a:xfrm>
            <a:prstGeom prst="rect">
              <a:avLst/>
            </a:prstGeom>
            <a:solidFill>
              <a:srgbClr val="9B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36F713-7269-45F0-8002-732982107320}"/>
                </a:ext>
              </a:extLst>
            </p:cNvPr>
            <p:cNvSpPr/>
            <p:nvPr/>
          </p:nvSpPr>
          <p:spPr>
            <a:xfrm>
              <a:off x="-1968241" y="6601532"/>
              <a:ext cx="665394" cy="5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</p:grpSp>
    </p:spTree>
    <p:extLst>
      <p:ext uri="{BB962C8B-B14F-4D97-AF65-F5344CB8AC3E}">
        <p14:creationId xmlns:p14="http://schemas.microsoft.com/office/powerpoint/2010/main" val="325629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– Sezi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FC266B94-8764-5D49-944A-F65565A08E6C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1EFCDE6E-803A-5A4F-98E5-36601E5B4E00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4" name="Figura a mano libera 23">
              <a:extLst>
                <a:ext uri="{FF2B5EF4-FFF2-40B4-BE49-F238E27FC236}">
                  <a16:creationId xmlns:a16="http://schemas.microsoft.com/office/drawing/2014/main" id="{C4462E07-28AB-E141-9BF7-EBFBD0C641D6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BE7D0F12-8F3D-0C4E-8087-1067C7C79C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76029" y="5747661"/>
            <a:ext cx="6194426" cy="3168650"/>
          </a:xfrm>
        </p:spPr>
        <p:txBody>
          <a:bodyPr lIns="0" tIns="0" rIns="0" bIns="0" anchor="ctr" anchorCtr="0">
            <a:noAutofit/>
          </a:bodyPr>
          <a:lstStyle>
            <a:lvl1pPr marL="0" indent="0" algn="r">
              <a:buNone/>
              <a:defRPr sz="38000" b="1" i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00</a:t>
            </a:r>
          </a:p>
        </p:txBody>
      </p:sp>
      <p:sp>
        <p:nvSpPr>
          <p:cNvPr id="13" name="Marcador de texto 6">
            <a:extLst>
              <a:ext uri="{FF2B5EF4-FFF2-40B4-BE49-F238E27FC236}">
                <a16:creationId xmlns:a16="http://schemas.microsoft.com/office/drawing/2014/main" id="{D1C96FE6-400A-D340-8FAD-442A7A147B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2678" y="2459203"/>
            <a:ext cx="13778624" cy="79375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lang="es-ES" sz="96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Sezione</a:t>
            </a:r>
            <a:r>
              <a:rPr lang="es-ES"/>
              <a:t> </a:t>
            </a:r>
            <a:r>
              <a:rPr lang="es-ES" err="1"/>
              <a:t>principale</a:t>
            </a:r>
            <a:endParaRPr lang="es-ES"/>
          </a:p>
        </p:txBody>
      </p: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D1C9B9BD-6717-584D-A12A-5F1E8FDC0389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piè di pagina 15">
            <a:extLst>
              <a:ext uri="{FF2B5EF4-FFF2-40B4-BE49-F238E27FC236}">
                <a16:creationId xmlns:a16="http://schemas.microsoft.com/office/drawing/2014/main" id="{E7DFA668-B915-274D-9B2F-1D2B58A323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A533E6B0-4B4F-2D47-9C11-FF86CCA289F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21" name="Marcador de texto 12">
            <a:extLst>
              <a:ext uri="{FF2B5EF4-FFF2-40B4-BE49-F238E27FC236}">
                <a16:creationId xmlns:a16="http://schemas.microsoft.com/office/drawing/2014/main" id="{491660F0-C608-FE45-8985-B315D82FF2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2678" y="3529277"/>
            <a:ext cx="13778624" cy="45629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40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1CCE94C-CFB3-9944-A478-07140CB7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7" y="2280533"/>
            <a:ext cx="529510" cy="105901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4E6873B4-4497-4A83-89FF-B223FB23E3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– Sottosezione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5CB37EF6-E803-0844-A3C1-8E2991B5EF66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C2601060-399B-0E42-8908-494BF1F982B5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4" name="Figura a mano libera 23">
              <a:extLst>
                <a:ext uri="{FF2B5EF4-FFF2-40B4-BE49-F238E27FC236}">
                  <a16:creationId xmlns:a16="http://schemas.microsoft.com/office/drawing/2014/main" id="{6ABDD424-5C04-DD42-BBFF-C93BAE0DED3A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BE7D0F12-8F3D-0C4E-8087-1067C7C79C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76029" y="5747661"/>
            <a:ext cx="6194426" cy="3168650"/>
          </a:xfrm>
        </p:spPr>
        <p:txBody>
          <a:bodyPr lIns="0" tIns="0" rIns="0" bIns="0" anchor="ctr" anchorCtr="0">
            <a:noAutofit/>
          </a:bodyPr>
          <a:lstStyle>
            <a:lvl1pPr marL="0" indent="0" algn="r">
              <a:buNone/>
              <a:defRPr sz="380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00</a:t>
            </a:r>
          </a:p>
        </p:txBody>
      </p:sp>
      <p:sp>
        <p:nvSpPr>
          <p:cNvPr id="13" name="Marcador de texto 6">
            <a:extLst>
              <a:ext uri="{FF2B5EF4-FFF2-40B4-BE49-F238E27FC236}">
                <a16:creationId xmlns:a16="http://schemas.microsoft.com/office/drawing/2014/main" id="{D1C96FE6-400A-D340-8FAD-442A7A147B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2678" y="2459203"/>
            <a:ext cx="13778624" cy="79375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lang="es-ES" sz="96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Sottosezione</a:t>
            </a:r>
            <a:endParaRPr lang="es-ES"/>
          </a:p>
        </p:txBody>
      </p: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D1C9B9BD-6717-584D-A12A-5F1E8FDC0389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piè di pagina 15">
            <a:extLst>
              <a:ext uri="{FF2B5EF4-FFF2-40B4-BE49-F238E27FC236}">
                <a16:creationId xmlns:a16="http://schemas.microsoft.com/office/drawing/2014/main" id="{E7DFA668-B915-274D-9B2F-1D2B58A323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A533E6B0-4B4F-2D47-9C11-FF86CCA289F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4CB1862E-DC99-134A-8EBA-691A2A314A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2678" y="3529277"/>
            <a:ext cx="13778624" cy="45629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40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9" name="Marcador de texto 12">
            <a:extLst>
              <a:ext uri="{FF2B5EF4-FFF2-40B4-BE49-F238E27FC236}">
                <a16:creationId xmlns:a16="http://schemas.microsoft.com/office/drawing/2014/main" id="{FCE3979F-266D-B34D-90BD-D6A0FC311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2678" y="1624073"/>
            <a:ext cx="13778624" cy="45629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Sezione</a:t>
            </a:r>
            <a:r>
              <a:rPr lang="es-ES"/>
              <a:t> </a:t>
            </a:r>
            <a:r>
              <a:rPr lang="es-ES" err="1"/>
              <a:t>principale</a:t>
            </a:r>
            <a:endParaRPr lang="es-ES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FB939F4A-497E-6A4A-BE87-1C9CEA871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7" y="2280533"/>
            <a:ext cx="529510" cy="105901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53C43147-3C12-4403-88B4-1E6D2CD448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1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sto&amp;immag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o 29">
            <a:extLst>
              <a:ext uri="{FF2B5EF4-FFF2-40B4-BE49-F238E27FC236}">
                <a16:creationId xmlns:a16="http://schemas.microsoft.com/office/drawing/2014/main" id="{F001398B-58A6-1B4B-A5E9-13DC4D0DD5F8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4339D85E-3742-6945-B97A-918F5393C96A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32" name="Figura a mano libera 31">
              <a:extLst>
                <a:ext uri="{FF2B5EF4-FFF2-40B4-BE49-F238E27FC236}">
                  <a16:creationId xmlns:a16="http://schemas.microsoft.com/office/drawing/2014/main" id="{AE14869C-6030-FA44-85FE-EC6B1BEB5F45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3"/>
            <a:ext cx="8054424" cy="631961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58225D-ECF3-CA4F-A151-B5A63CA060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Segnaposto immagine 16">
            <a:extLst>
              <a:ext uri="{FF2B5EF4-FFF2-40B4-BE49-F238E27FC236}">
                <a16:creationId xmlns:a16="http://schemas.microsoft.com/office/drawing/2014/main" id="{122EC24F-7088-F241-90E2-E4EFBD6297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02776" y="637082"/>
            <a:ext cx="8785224" cy="8106868"/>
          </a:xfrm>
        </p:spPr>
        <p:txBody>
          <a:bodyPr vert="horz" anchor="ctr" anchorCtr="1"/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3"/>
            <a:ext cx="805442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DE038DF1-9964-42F7-A9F7-18999CB53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2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sto&amp;Icone&amp;Vis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immagine 16">
            <a:extLst>
              <a:ext uri="{FF2B5EF4-FFF2-40B4-BE49-F238E27FC236}">
                <a16:creationId xmlns:a16="http://schemas.microsoft.com/office/drawing/2014/main" id="{122EC24F-7088-F241-90E2-E4EFBD6297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404764" y="679452"/>
            <a:ext cx="7883236" cy="8064500"/>
          </a:xfrm>
        </p:spPr>
        <p:txBody>
          <a:bodyPr vert="horz" anchor="ctr" anchorCtr="1"/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5765BC33-F8BA-3841-8D04-D6C21339CDED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4361319B-68D0-7740-B1B5-78A4AD8DE2EF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3" name="Figura a mano libera 22">
              <a:extLst>
                <a:ext uri="{FF2B5EF4-FFF2-40B4-BE49-F238E27FC236}">
                  <a16:creationId xmlns:a16="http://schemas.microsoft.com/office/drawing/2014/main" id="{DC0F0199-495C-1543-87E5-13070E43A0C7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1092A6C-96C1-D94F-A4E6-2617C986A3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3"/>
            <a:ext cx="8054424" cy="631961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58225D-ECF3-CA4F-A151-B5A63CA060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9" name="Marcador de texto 12">
            <a:extLst>
              <a:ext uri="{FF2B5EF4-FFF2-40B4-BE49-F238E27FC236}">
                <a16:creationId xmlns:a16="http://schemas.microsoft.com/office/drawing/2014/main" id="{03BC3FC1-B9CB-6549-ACA5-B3EC92F536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3"/>
            <a:ext cx="805442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20" name="Segnaposto immagine 4">
            <a:extLst>
              <a:ext uri="{FF2B5EF4-FFF2-40B4-BE49-F238E27FC236}">
                <a16:creationId xmlns:a16="http://schemas.microsoft.com/office/drawing/2014/main" id="{29EC36D5-ECE2-AA47-9DDD-3058ACC85309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9677614" y="1699410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6" name="Segnaposto immagine 4">
            <a:extLst>
              <a:ext uri="{FF2B5EF4-FFF2-40B4-BE49-F238E27FC236}">
                <a16:creationId xmlns:a16="http://schemas.microsoft.com/office/drawing/2014/main" id="{DE3E79BA-4AE4-1D43-B08E-6E6F6F9870AC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9677614" y="328070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8" name="Segnaposto immagine 4">
            <a:extLst>
              <a:ext uri="{FF2B5EF4-FFF2-40B4-BE49-F238E27FC236}">
                <a16:creationId xmlns:a16="http://schemas.microsoft.com/office/drawing/2014/main" id="{95C6AD89-6453-234A-A187-5B6E0778B6C2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9677614" y="4861996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AE4A279F-5026-4551-8136-E6D4DB2D04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0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sto&amp;Tes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3"/>
            <a:ext cx="8054424" cy="6319610"/>
          </a:xfrm>
        </p:spPr>
        <p:txBody>
          <a:bodyPr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4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58225D-ECF3-CA4F-A151-B5A63CA060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6F4D3E4D-BC1E-F446-8B69-9A290D828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14586" y="2424343"/>
            <a:ext cx="8054424" cy="6319610"/>
          </a:xfrm>
        </p:spPr>
        <p:txBody>
          <a:bodyPr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3"/>
              </a:buBlip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C3849B2-AA3A-45DB-A4E4-FDA135EF737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1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6F4D3E4D-BC1E-F446-8B69-9A290D828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14586" y="3617651"/>
            <a:ext cx="3614116" cy="1525930"/>
          </a:xfrm>
        </p:spPr>
        <p:txBody>
          <a:bodyPr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22" name="Marcador de texto 12">
            <a:extLst>
              <a:ext uri="{FF2B5EF4-FFF2-40B4-BE49-F238E27FC236}">
                <a16:creationId xmlns:a16="http://schemas.microsoft.com/office/drawing/2014/main" id="{EB3EE3E9-49C1-3140-8B87-2CBD9C85EE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42502" y="3617573"/>
            <a:ext cx="3614116" cy="152593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25" name="Segnaposto immagine 4">
            <a:extLst>
              <a:ext uri="{FF2B5EF4-FFF2-40B4-BE49-F238E27FC236}">
                <a16:creationId xmlns:a16="http://schemas.microsoft.com/office/drawing/2014/main" id="{64D278D0-1A76-E942-801A-C10864390C97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0608844" y="2008834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6" name="Segnaposto immagine 4">
            <a:extLst>
              <a:ext uri="{FF2B5EF4-FFF2-40B4-BE49-F238E27FC236}">
                <a16:creationId xmlns:a16="http://schemas.microsoft.com/office/drawing/2014/main" id="{4AD68428-FA05-8F41-A9C5-C879A90882BD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039122" y="1990938"/>
            <a:ext cx="1425600" cy="1425600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FC6E92DE-447D-5342-A849-45C0953FE8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586" y="7218023"/>
            <a:ext cx="3614116" cy="152593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30" name="Marcador de texto 12">
            <a:extLst>
              <a:ext uri="{FF2B5EF4-FFF2-40B4-BE49-F238E27FC236}">
                <a16:creationId xmlns:a16="http://schemas.microsoft.com/office/drawing/2014/main" id="{37CD997C-0FDB-7647-9DF7-A3E955812A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942502" y="7217945"/>
            <a:ext cx="3614116" cy="1525930"/>
          </a:xfrm>
        </p:spPr>
        <p:txBody>
          <a:bodyPr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31" name="Segnaposto immagine 4">
            <a:extLst>
              <a:ext uri="{FF2B5EF4-FFF2-40B4-BE49-F238E27FC236}">
                <a16:creationId xmlns:a16="http://schemas.microsoft.com/office/drawing/2014/main" id="{C9FDAD53-80D0-114D-9946-92AFFD2D057C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10608844" y="5609206"/>
            <a:ext cx="1425600" cy="1425600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2" name="Segnaposto immagine 4">
            <a:extLst>
              <a:ext uri="{FF2B5EF4-FFF2-40B4-BE49-F238E27FC236}">
                <a16:creationId xmlns:a16="http://schemas.microsoft.com/office/drawing/2014/main" id="{B6B85B63-D299-4541-9E3A-141C6017509A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15039122" y="5591310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1" name="Marcador de texto 12">
            <a:extLst>
              <a:ext uri="{FF2B5EF4-FFF2-40B4-BE49-F238E27FC236}">
                <a16:creationId xmlns:a16="http://schemas.microsoft.com/office/drawing/2014/main" id="{0CC88370-670B-5240-A295-2CDB3F64FD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3"/>
            <a:ext cx="8054424" cy="6319610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24A20D21-DEAB-4A97-8A5C-6B6024FEFE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2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89464" y="2423664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6F4D3E4D-BC1E-F446-8B69-9A290D828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0946" y="2424345"/>
            <a:ext cx="4336004" cy="1525930"/>
          </a:xfrm>
        </p:spPr>
        <p:txBody>
          <a:bodyPr anchor="t"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AB19F939-DA56-4B44-A7E2-48BF028A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2" y="2432087"/>
            <a:ext cx="342412" cy="684822"/>
          </a:xfrm>
          <a:prstGeom prst="rect">
            <a:avLst/>
          </a:prstGeom>
        </p:spPr>
      </p:pic>
      <p:sp>
        <p:nvSpPr>
          <p:cNvPr id="23" name="Marcador de texto 12">
            <a:extLst>
              <a:ext uri="{FF2B5EF4-FFF2-40B4-BE49-F238E27FC236}">
                <a16:creationId xmlns:a16="http://schemas.microsoft.com/office/drawing/2014/main" id="{34CCC796-4280-B344-BDAA-E65E42BFB4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80946" y="4818139"/>
            <a:ext cx="4336004" cy="1525930"/>
          </a:xfrm>
        </p:spPr>
        <p:txBody>
          <a:bodyPr anchor="t"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28" name="Marcador de texto 12">
            <a:extLst>
              <a:ext uri="{FF2B5EF4-FFF2-40B4-BE49-F238E27FC236}">
                <a16:creationId xmlns:a16="http://schemas.microsoft.com/office/drawing/2014/main" id="{9A68CC77-F262-DF4A-A622-39C53563CA8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0946" y="7211935"/>
            <a:ext cx="4336004" cy="1525930"/>
          </a:xfrm>
        </p:spPr>
        <p:txBody>
          <a:bodyPr anchor="t"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DB611A86-CE31-2F47-93C9-734B542C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2" y="7214111"/>
            <a:ext cx="342412" cy="684822"/>
          </a:xfrm>
          <a:prstGeom prst="rect">
            <a:avLst/>
          </a:prstGeom>
        </p:spPr>
      </p:pic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39F5ABE3-5545-5F4B-B6B3-3E4A362D8F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220596" y="2424345"/>
            <a:ext cx="4336004" cy="1525930"/>
          </a:xfrm>
        </p:spPr>
        <p:txBody>
          <a:bodyPr anchor="t"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B49CF44F-2CB6-B546-B14F-CC37E031FC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220596" y="4818139"/>
            <a:ext cx="4336004" cy="1525930"/>
          </a:xfrm>
        </p:spPr>
        <p:txBody>
          <a:bodyPr anchor="t"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D6D16517-E65F-E54F-AB39-81D300D99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052" y="4820315"/>
            <a:ext cx="342412" cy="684822"/>
          </a:xfrm>
          <a:prstGeom prst="rect">
            <a:avLst/>
          </a:prstGeom>
        </p:spPr>
      </p:pic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E58B0A03-8E52-884B-9D16-AB92951AF3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220596" y="7211935"/>
            <a:ext cx="4336004" cy="1525930"/>
          </a:xfrm>
        </p:spPr>
        <p:txBody>
          <a:bodyPr anchor="t">
            <a:noAutofit/>
          </a:bodyPr>
          <a:lstStyle>
            <a:lvl1pPr marL="359992" marR="0" indent="-359992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44" name="Immagine 43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213C9F80-34E1-5A4F-98A8-6E9EA06D9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052" y="2418098"/>
            <a:ext cx="342412" cy="701664"/>
          </a:xfrm>
          <a:prstGeom prst="rect">
            <a:avLst/>
          </a:prstGeom>
        </p:spPr>
      </p:pic>
      <p:pic>
        <p:nvPicPr>
          <p:cNvPr id="46" name="Immagine 45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7D8F1421-5247-984C-AD04-F2933D564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052" y="7216980"/>
            <a:ext cx="342412" cy="701664"/>
          </a:xfrm>
          <a:prstGeom prst="rect">
            <a:avLst/>
          </a:prstGeom>
        </p:spPr>
      </p:pic>
      <p:pic>
        <p:nvPicPr>
          <p:cNvPr id="48" name="Immagine 47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2E3A3A08-C5E9-EA4B-B6F5-3A5A792AE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2" y="4811892"/>
            <a:ext cx="342412" cy="701664"/>
          </a:xfrm>
          <a:prstGeom prst="rect">
            <a:avLst/>
          </a:prstGeom>
        </p:spPr>
      </p:pic>
      <p:sp>
        <p:nvSpPr>
          <p:cNvPr id="49" name="Marcador de texto 12">
            <a:extLst>
              <a:ext uri="{FF2B5EF4-FFF2-40B4-BE49-F238E27FC236}">
                <a16:creationId xmlns:a16="http://schemas.microsoft.com/office/drawing/2014/main" id="{80F29E0F-C37B-EF4F-87C8-6EEB69C32C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89464" y="4796880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0" name="Marcador de texto 12">
            <a:extLst>
              <a:ext uri="{FF2B5EF4-FFF2-40B4-BE49-F238E27FC236}">
                <a16:creationId xmlns:a16="http://schemas.microsoft.com/office/drawing/2014/main" id="{3532C342-773D-B041-9418-F84D1ED735B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89464" y="7211934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4" name="Marcador de texto 12">
            <a:extLst>
              <a:ext uri="{FF2B5EF4-FFF2-40B4-BE49-F238E27FC236}">
                <a16:creationId xmlns:a16="http://schemas.microsoft.com/office/drawing/2014/main" id="{50137AB1-142E-5A4E-AF89-E34C6D5406B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29114" y="2423664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6" name="Marcador de texto 12">
            <a:extLst>
              <a:ext uri="{FF2B5EF4-FFF2-40B4-BE49-F238E27FC236}">
                <a16:creationId xmlns:a16="http://schemas.microsoft.com/office/drawing/2014/main" id="{A9D6AAC9-0CF3-9240-AAB4-75E2664AE9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29114" y="4796880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7" name="Marcador de texto 12">
            <a:extLst>
              <a:ext uri="{FF2B5EF4-FFF2-40B4-BE49-F238E27FC236}">
                <a16:creationId xmlns:a16="http://schemas.microsoft.com/office/drawing/2014/main" id="{1CD766ED-C462-D54A-AA05-2EFBD1ED15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29114" y="7211934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cxnSp>
        <p:nvCxnSpPr>
          <p:cNvPr id="59" name="Connettore 1 58">
            <a:extLst>
              <a:ext uri="{FF2B5EF4-FFF2-40B4-BE49-F238E27FC236}">
                <a16:creationId xmlns:a16="http://schemas.microsoft.com/office/drawing/2014/main" id="{E9ED3593-4C4C-D24A-8E1D-672335A53CFA}"/>
              </a:ext>
            </a:extLst>
          </p:cNvPr>
          <p:cNvCxnSpPr>
            <a:cxnSpLocks/>
          </p:cNvCxnSpPr>
          <p:nvPr/>
        </p:nvCxnSpPr>
        <p:spPr>
          <a:xfrm>
            <a:off x="9112918" y="2430801"/>
            <a:ext cx="0" cy="6305778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magine 29">
            <a:extLst>
              <a:ext uri="{FF2B5EF4-FFF2-40B4-BE49-F238E27FC236}">
                <a16:creationId xmlns:a16="http://schemas.microsoft.com/office/drawing/2014/main" id="{BD06FE21-1388-456C-971A-F8E7A3CA1F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8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magine 62">
            <a:extLst>
              <a:ext uri="{FF2B5EF4-FFF2-40B4-BE49-F238E27FC236}">
                <a16:creationId xmlns:a16="http://schemas.microsoft.com/office/drawing/2014/main" id="{EF77E3A4-CBB0-3E4F-BFB7-16C5B2A9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374" y="2439945"/>
            <a:ext cx="4683004" cy="2796794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62" name="Immagine 61" descr="Immagine che contiene computer&#10;&#10;Descrizione generata automaticamente">
            <a:extLst>
              <a:ext uri="{FF2B5EF4-FFF2-40B4-BE49-F238E27FC236}">
                <a16:creationId xmlns:a16="http://schemas.microsoft.com/office/drawing/2014/main" id="{2959F522-A120-0E4E-922A-5E1B5FC4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074" y="2439945"/>
            <a:ext cx="4683004" cy="2796794"/>
          </a:xfrm>
          <a:prstGeom prst="rect">
            <a:avLst/>
          </a:prstGeom>
        </p:spPr>
      </p:pic>
      <p:pic>
        <p:nvPicPr>
          <p:cNvPr id="64" name="Immagine 63">
            <a:extLst>
              <a:ext uri="{FF2B5EF4-FFF2-40B4-BE49-F238E27FC236}">
                <a16:creationId xmlns:a16="http://schemas.microsoft.com/office/drawing/2014/main" id="{77CF5AB3-EC47-AA4C-88B4-763293AE9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775" y="2441538"/>
            <a:ext cx="4677654" cy="2793600"/>
          </a:xfrm>
          <a:prstGeom prst="rect">
            <a:avLst/>
          </a:prstGeom>
        </p:spPr>
      </p:pic>
      <p:pic>
        <p:nvPicPr>
          <p:cNvPr id="65" name="Immagine 64">
            <a:extLst>
              <a:ext uri="{FF2B5EF4-FFF2-40B4-BE49-F238E27FC236}">
                <a16:creationId xmlns:a16="http://schemas.microsoft.com/office/drawing/2014/main" id="{BD4EACE9-E189-364A-8C69-208D10A53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72" y="2439945"/>
            <a:ext cx="4683004" cy="2796794"/>
          </a:xfrm>
          <a:prstGeom prst="rect">
            <a:avLst/>
          </a:prstGeom>
        </p:spPr>
      </p:pic>
      <p:sp>
        <p:nvSpPr>
          <p:cNvPr id="66" name="Marcador de texto 12">
            <a:extLst>
              <a:ext uri="{FF2B5EF4-FFF2-40B4-BE49-F238E27FC236}">
                <a16:creationId xmlns:a16="http://schemas.microsoft.com/office/drawing/2014/main" id="{E05E52B9-5E3E-8B41-8BA2-80F08B200A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3252" y="5541789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70" name="Marcador de texto 12">
            <a:extLst>
              <a:ext uri="{FF2B5EF4-FFF2-40B4-BE49-F238E27FC236}">
                <a16:creationId xmlns:a16="http://schemas.microsoft.com/office/drawing/2014/main" id="{BC68277A-08D2-7645-BCDA-3D139757F2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03252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78" name="Marcador de texto 12">
            <a:extLst>
              <a:ext uri="{FF2B5EF4-FFF2-40B4-BE49-F238E27FC236}">
                <a16:creationId xmlns:a16="http://schemas.microsoft.com/office/drawing/2014/main" id="{AA2540D5-27CE-C54E-9BC5-DB468E6B50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642118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82" name="Marcador de texto 12">
            <a:extLst>
              <a:ext uri="{FF2B5EF4-FFF2-40B4-BE49-F238E27FC236}">
                <a16:creationId xmlns:a16="http://schemas.microsoft.com/office/drawing/2014/main" id="{935260BD-1E83-4A4C-BC47-0F460F7D99D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39728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83" name="Marcador de texto 12">
            <a:extLst>
              <a:ext uri="{FF2B5EF4-FFF2-40B4-BE49-F238E27FC236}">
                <a16:creationId xmlns:a16="http://schemas.microsoft.com/office/drawing/2014/main" id="{6BF9185E-B7B5-744B-82EA-F6C899B9EA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837338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84" name="Marcador de texto 12">
            <a:extLst>
              <a:ext uri="{FF2B5EF4-FFF2-40B4-BE49-F238E27FC236}">
                <a16:creationId xmlns:a16="http://schemas.microsoft.com/office/drawing/2014/main" id="{D81779E1-1828-4940-998D-087109B9862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26338" y="5541789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1828756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Testo / Descrizione</a:t>
            </a:r>
          </a:p>
          <a:p>
            <a:pPr marL="0" indent="0">
              <a:lnSpc>
                <a:spcPts val="2600"/>
              </a:lnSpc>
              <a:buNone/>
            </a:pPr>
            <a:endParaRPr lang="es-ES"/>
          </a:p>
        </p:txBody>
      </p:sp>
      <p:sp>
        <p:nvSpPr>
          <p:cNvPr id="85" name="Marcador de texto 12">
            <a:extLst>
              <a:ext uri="{FF2B5EF4-FFF2-40B4-BE49-F238E27FC236}">
                <a16:creationId xmlns:a16="http://schemas.microsoft.com/office/drawing/2014/main" id="{90F257E2-68E9-F34A-9090-013CCA21F7C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9728" y="5541789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86" name="Marcador de texto 12">
            <a:extLst>
              <a:ext uri="{FF2B5EF4-FFF2-40B4-BE49-F238E27FC236}">
                <a16:creationId xmlns:a16="http://schemas.microsoft.com/office/drawing/2014/main" id="{3B7576C4-A483-AC40-B2A8-27FEE445B86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837338" y="5541789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86551500-61FA-425B-A240-44D8BC63C52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8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rcador de posición de imagen 7">
            <a:extLst>
              <a:ext uri="{FF2B5EF4-FFF2-40B4-BE49-F238E27FC236}">
                <a16:creationId xmlns:a16="http://schemas.microsoft.com/office/drawing/2014/main" id="{77FC8EFF-C885-6843-9A21-51C26509B3DB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-4" y="2"/>
            <a:ext cx="18288000" cy="41223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immagine</a:t>
            </a:r>
            <a:endParaRPr lang="es-ES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66" name="Marcador de texto 12">
            <a:extLst>
              <a:ext uri="{FF2B5EF4-FFF2-40B4-BE49-F238E27FC236}">
                <a16:creationId xmlns:a16="http://schemas.microsoft.com/office/drawing/2014/main" id="{E05E52B9-5E3E-8B41-8BA2-80F08B200A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404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  <a:p>
            <a:pPr>
              <a:lnSpc>
                <a:spcPts val="2600"/>
              </a:lnSpc>
            </a:pPr>
            <a:endParaRPr lang="it-IT"/>
          </a:p>
        </p:txBody>
      </p:sp>
      <p:sp>
        <p:nvSpPr>
          <p:cNvPr id="36" name="Marcador de texto 12">
            <a:extLst>
              <a:ext uri="{FF2B5EF4-FFF2-40B4-BE49-F238E27FC236}">
                <a16:creationId xmlns:a16="http://schemas.microsoft.com/office/drawing/2014/main" id="{EA4B13D0-E5CC-164E-AC35-DB3C8762159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10248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39" name="Marcador de texto 12">
            <a:extLst>
              <a:ext uri="{FF2B5EF4-FFF2-40B4-BE49-F238E27FC236}">
                <a16:creationId xmlns:a16="http://schemas.microsoft.com/office/drawing/2014/main" id="{8E3F845C-62DF-3941-81F9-31255C478E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02842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2" name="Marcador de texto 12">
            <a:extLst>
              <a:ext uri="{FF2B5EF4-FFF2-40B4-BE49-F238E27FC236}">
                <a16:creationId xmlns:a16="http://schemas.microsoft.com/office/drawing/2014/main" id="{58725626-3AC7-8B4C-B279-0B44EA28287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1181684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5" name="Marcador de texto 12">
            <a:extLst>
              <a:ext uri="{FF2B5EF4-FFF2-40B4-BE49-F238E27FC236}">
                <a16:creationId xmlns:a16="http://schemas.microsoft.com/office/drawing/2014/main" id="{412BC6C0-97EA-D24A-A294-8240A82DFC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660532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pic>
        <p:nvPicPr>
          <p:cNvPr id="11" name="Immagine 10" descr="Immagine che contiene fiore, disegnando&#10;&#10;Descrizione generata automaticamente">
            <a:extLst>
              <a:ext uri="{FF2B5EF4-FFF2-40B4-BE49-F238E27FC236}">
                <a16:creationId xmlns:a16="http://schemas.microsoft.com/office/drawing/2014/main" id="{A8941DEF-9596-9E45-8894-1CEF841D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37" y="4464326"/>
            <a:ext cx="3313746" cy="781896"/>
          </a:xfrm>
          <a:prstGeom prst="rect">
            <a:avLst/>
          </a:prstGeom>
        </p:spPr>
      </p:pic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4" y="4457977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65CF289E-3EDB-8040-8C66-50BDE6D98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83417" y="4464329"/>
            <a:ext cx="3313746" cy="781894"/>
          </a:xfrm>
          <a:prstGeom prst="rect">
            <a:avLst/>
          </a:prstGeom>
        </p:spPr>
      </p:pic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10248" y="4457977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B80FC2B5-1BDB-8448-B282-109DD924FE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4230" y="4464326"/>
            <a:ext cx="3236684" cy="781896"/>
          </a:xfrm>
          <a:prstGeom prst="rect">
            <a:avLst/>
          </a:prstGeom>
        </p:spPr>
      </p:pic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02842" y="4457977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25942B74-84F0-1E4C-B188-E4D5936FC1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47983" y="4464329"/>
            <a:ext cx="3313746" cy="781894"/>
          </a:xfrm>
          <a:prstGeom prst="rect">
            <a:avLst/>
          </a:prstGeom>
        </p:spPr>
      </p:pic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181684" y="4457977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46" name="Immagine 45" descr="Immagine che contiene fiore, disegnando&#10;&#10;Descrizione generata automaticamente">
            <a:extLst>
              <a:ext uri="{FF2B5EF4-FFF2-40B4-BE49-F238E27FC236}">
                <a16:creationId xmlns:a16="http://schemas.microsoft.com/office/drawing/2014/main" id="{B87AE592-BD1A-7549-8081-7572E5D3F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267" y="4464326"/>
            <a:ext cx="3313746" cy="781896"/>
          </a:xfrm>
          <a:prstGeom prst="rect">
            <a:avLst/>
          </a:prstGeom>
        </p:spPr>
      </p:pic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660532" y="4457977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1C3A39B6-0C8F-493E-A52C-FAE4E6D07E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3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posición de imagen 7">
            <a:extLst>
              <a:ext uri="{FF2B5EF4-FFF2-40B4-BE49-F238E27FC236}">
                <a16:creationId xmlns:a16="http://schemas.microsoft.com/office/drawing/2014/main" id="{BCD23F9E-CBDA-3247-91BF-C317EFD27E1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-4" y="2"/>
            <a:ext cx="18288000" cy="41223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immagine</a:t>
            </a:r>
            <a:endParaRPr lang="es-ES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66" name="Marcador de texto 12">
            <a:extLst>
              <a:ext uri="{FF2B5EF4-FFF2-40B4-BE49-F238E27FC236}">
                <a16:creationId xmlns:a16="http://schemas.microsoft.com/office/drawing/2014/main" id="{E05E52B9-5E3E-8B41-8BA2-80F08B200A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404" y="6379831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4" y="5420135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36" name="Marcador de texto 12">
            <a:extLst>
              <a:ext uri="{FF2B5EF4-FFF2-40B4-BE49-F238E27FC236}">
                <a16:creationId xmlns:a16="http://schemas.microsoft.com/office/drawing/2014/main" id="{EA4B13D0-E5CC-164E-AC35-DB3C8762159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10248" y="6379831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10248" y="5420135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39" name="Marcador de texto 12">
            <a:extLst>
              <a:ext uri="{FF2B5EF4-FFF2-40B4-BE49-F238E27FC236}">
                <a16:creationId xmlns:a16="http://schemas.microsoft.com/office/drawing/2014/main" id="{8E3F845C-62DF-3941-81F9-31255C478E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02842" y="6379831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02842" y="5420135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42" name="Marcador de texto 12">
            <a:extLst>
              <a:ext uri="{FF2B5EF4-FFF2-40B4-BE49-F238E27FC236}">
                <a16:creationId xmlns:a16="http://schemas.microsoft.com/office/drawing/2014/main" id="{58725626-3AC7-8B4C-B279-0B44EA28287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1181684" y="6379831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181684" y="5420135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45" name="Marcador de texto 12">
            <a:extLst>
              <a:ext uri="{FF2B5EF4-FFF2-40B4-BE49-F238E27FC236}">
                <a16:creationId xmlns:a16="http://schemas.microsoft.com/office/drawing/2014/main" id="{412BC6C0-97EA-D24A-A294-8240A82DFC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660532" y="6379831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660532" y="5420135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28" name="Segnaposto immagine 4">
            <a:extLst>
              <a:ext uri="{FF2B5EF4-FFF2-40B4-BE49-F238E27FC236}">
                <a16:creationId xmlns:a16="http://schemas.microsoft.com/office/drawing/2014/main" id="{9B88DB33-46DF-FF46-9EFF-79C40B6D75B9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1386352" y="382308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9" name="Segnaposto immagine 4">
            <a:extLst>
              <a:ext uri="{FF2B5EF4-FFF2-40B4-BE49-F238E27FC236}">
                <a16:creationId xmlns:a16="http://schemas.microsoft.com/office/drawing/2014/main" id="{78B4E638-51FC-A843-B7EC-060263241350}"/>
              </a:ext>
            </a:extLst>
          </p:cNvPr>
          <p:cNvSpPr>
            <a:spLocks noGrp="1" noChangeAspect="1"/>
          </p:cNvSpPr>
          <p:nvPr>
            <p:ph type="pic" sz="quarter" idx="60"/>
          </p:nvPr>
        </p:nvSpPr>
        <p:spPr>
          <a:xfrm>
            <a:off x="4917368" y="382308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0" name="Segnaposto immagine 4">
            <a:extLst>
              <a:ext uri="{FF2B5EF4-FFF2-40B4-BE49-F238E27FC236}">
                <a16:creationId xmlns:a16="http://schemas.microsoft.com/office/drawing/2014/main" id="{29DFB1CE-0DA1-0B4E-832A-47908ADBC1C3}"/>
              </a:ext>
            </a:extLst>
          </p:cNvPr>
          <p:cNvSpPr>
            <a:spLocks noGrp="1" noChangeAspect="1"/>
          </p:cNvSpPr>
          <p:nvPr>
            <p:ph type="pic" sz="quarter" idx="61"/>
          </p:nvPr>
        </p:nvSpPr>
        <p:spPr>
          <a:xfrm>
            <a:off x="8409962" y="3827854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1" name="Segnaposto immagine 4">
            <a:extLst>
              <a:ext uri="{FF2B5EF4-FFF2-40B4-BE49-F238E27FC236}">
                <a16:creationId xmlns:a16="http://schemas.microsoft.com/office/drawing/2014/main" id="{3BDCF9BE-EC62-3E4C-8E67-998AA03EE07A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11888806" y="382308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2" name="Segnaposto immagine 4">
            <a:extLst>
              <a:ext uri="{FF2B5EF4-FFF2-40B4-BE49-F238E27FC236}">
                <a16:creationId xmlns:a16="http://schemas.microsoft.com/office/drawing/2014/main" id="{FBDCB464-234A-2A4E-9061-ED6AB4A1BF09}"/>
              </a:ext>
            </a:extLst>
          </p:cNvPr>
          <p:cNvSpPr>
            <a:spLocks noGrp="1" noChangeAspect="1"/>
          </p:cNvSpPr>
          <p:nvPr>
            <p:ph type="pic" sz="quarter" idx="63"/>
          </p:nvPr>
        </p:nvSpPr>
        <p:spPr>
          <a:xfrm>
            <a:off x="15367650" y="3884588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74747713-7E0D-425D-AC12-2C0629F7A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6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4" y="3773019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01</a:t>
            </a:r>
            <a:endParaRPr lang="es-ES"/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7552" y="4818691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02</a:t>
            </a:r>
            <a:endParaRPr lang="es-ES"/>
          </a:p>
        </p:txBody>
      </p:sp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1404" y="5864363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03</a:t>
            </a:r>
            <a:endParaRPr lang="es-ES"/>
          </a:p>
        </p:txBody>
      </p:sp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7552" y="6910035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04</a:t>
            </a:r>
            <a:endParaRPr lang="es-ES"/>
          </a:p>
        </p:txBody>
      </p:sp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17552" y="7955707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05</a:t>
            </a:r>
            <a:endParaRPr lang="es-ES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85F44404-0951-5243-94B8-BC3BE9FB8E5F}"/>
              </a:ext>
            </a:extLst>
          </p:cNvPr>
          <p:cNvSpPr/>
          <p:nvPr/>
        </p:nvSpPr>
        <p:spPr>
          <a:xfrm>
            <a:off x="3693284" y="3190091"/>
            <a:ext cx="2700640" cy="5809282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9868B3E2-51D5-D041-AA03-43C25AC9259E}"/>
              </a:ext>
            </a:extLst>
          </p:cNvPr>
          <p:cNvSpPr/>
          <p:nvPr/>
        </p:nvSpPr>
        <p:spPr>
          <a:xfrm>
            <a:off x="6483594" y="3190092"/>
            <a:ext cx="2700640" cy="580928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79F3061A-6E1A-5B48-87ED-E629B61B5FF7}"/>
              </a:ext>
            </a:extLst>
          </p:cNvPr>
          <p:cNvSpPr/>
          <p:nvPr/>
        </p:nvSpPr>
        <p:spPr>
          <a:xfrm>
            <a:off x="9273902" y="3190091"/>
            <a:ext cx="2700640" cy="5809278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029FA32-1E36-A34C-85BB-0237A53B75E3}"/>
              </a:ext>
            </a:extLst>
          </p:cNvPr>
          <p:cNvSpPr/>
          <p:nvPr/>
        </p:nvSpPr>
        <p:spPr>
          <a:xfrm>
            <a:off x="12064208" y="3204701"/>
            <a:ext cx="2700640" cy="5794666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1403F2C9-4886-4144-BFBB-B3A6ACE1C37D}"/>
              </a:ext>
            </a:extLst>
          </p:cNvPr>
          <p:cNvSpPr/>
          <p:nvPr/>
        </p:nvSpPr>
        <p:spPr>
          <a:xfrm>
            <a:off x="14854514" y="3204702"/>
            <a:ext cx="2700640" cy="5794664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4" name="Marcador de texto 12">
            <a:extLst>
              <a:ext uri="{FF2B5EF4-FFF2-40B4-BE49-F238E27FC236}">
                <a16:creationId xmlns:a16="http://schemas.microsoft.com/office/drawing/2014/main" id="{0CC4443B-B9E0-D64C-AB0A-C5DB4DD8FB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7158" y="375933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5" name="Marcador de texto 12">
            <a:extLst>
              <a:ext uri="{FF2B5EF4-FFF2-40B4-BE49-F238E27FC236}">
                <a16:creationId xmlns:a16="http://schemas.microsoft.com/office/drawing/2014/main" id="{5DA87ADD-D929-5944-B191-3984B0512DF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27158" y="481869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7" name="Marcador de texto 12">
            <a:extLst>
              <a:ext uri="{FF2B5EF4-FFF2-40B4-BE49-F238E27FC236}">
                <a16:creationId xmlns:a16="http://schemas.microsoft.com/office/drawing/2014/main" id="{C22124AD-8B1D-0F44-819D-BF05070F02D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27154" y="586436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8" name="Marcador de texto 12">
            <a:extLst>
              <a:ext uri="{FF2B5EF4-FFF2-40B4-BE49-F238E27FC236}">
                <a16:creationId xmlns:a16="http://schemas.microsoft.com/office/drawing/2014/main" id="{88A6EBF2-564F-6845-9083-824D85092E4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827154" y="691003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9" name="Marcador de texto 12">
            <a:extLst>
              <a:ext uri="{FF2B5EF4-FFF2-40B4-BE49-F238E27FC236}">
                <a16:creationId xmlns:a16="http://schemas.microsoft.com/office/drawing/2014/main" id="{E1F67D32-A0BB-5043-8758-F7470A8F2F9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827154" y="794202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0" name="Marcador de texto 12">
            <a:extLst>
              <a:ext uri="{FF2B5EF4-FFF2-40B4-BE49-F238E27FC236}">
                <a16:creationId xmlns:a16="http://schemas.microsoft.com/office/drawing/2014/main" id="{767C603B-A25B-254D-9612-F7C8DF5D4A2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617464" y="375933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1" name="Marcador de texto 12">
            <a:extLst>
              <a:ext uri="{FF2B5EF4-FFF2-40B4-BE49-F238E27FC236}">
                <a16:creationId xmlns:a16="http://schemas.microsoft.com/office/drawing/2014/main" id="{31B7EE33-674D-554C-8E75-A09BEBC6B3E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617464" y="481869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2" name="Marcador de texto 12">
            <a:extLst>
              <a:ext uri="{FF2B5EF4-FFF2-40B4-BE49-F238E27FC236}">
                <a16:creationId xmlns:a16="http://schemas.microsoft.com/office/drawing/2014/main" id="{972DD1EA-91C4-D248-999C-F14A80F3907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617464" y="586436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3" name="Marcador de texto 12">
            <a:extLst>
              <a:ext uri="{FF2B5EF4-FFF2-40B4-BE49-F238E27FC236}">
                <a16:creationId xmlns:a16="http://schemas.microsoft.com/office/drawing/2014/main" id="{F43AC651-C618-384A-84BF-A4B0B496064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617464" y="691003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4" name="Marcador de texto 12">
            <a:extLst>
              <a:ext uri="{FF2B5EF4-FFF2-40B4-BE49-F238E27FC236}">
                <a16:creationId xmlns:a16="http://schemas.microsoft.com/office/drawing/2014/main" id="{75301628-00CC-B64B-A0FF-79BD18DA498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617464" y="794202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5" name="Marcador de texto 12">
            <a:extLst>
              <a:ext uri="{FF2B5EF4-FFF2-40B4-BE49-F238E27FC236}">
                <a16:creationId xmlns:a16="http://schemas.microsoft.com/office/drawing/2014/main" id="{E7B36099-61FE-914D-AC45-3C590341CEE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407772" y="3762588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6" name="Marcador de texto 12">
            <a:extLst>
              <a:ext uri="{FF2B5EF4-FFF2-40B4-BE49-F238E27FC236}">
                <a16:creationId xmlns:a16="http://schemas.microsoft.com/office/drawing/2014/main" id="{32AE3506-9A02-5441-848E-7D83EFC186A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407772" y="482194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7" name="Marcador de texto 12">
            <a:extLst>
              <a:ext uri="{FF2B5EF4-FFF2-40B4-BE49-F238E27FC236}">
                <a16:creationId xmlns:a16="http://schemas.microsoft.com/office/drawing/2014/main" id="{C9C69D46-08E8-B644-9CAF-8E7D5F3AF21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407772" y="586761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8" name="Marcador de texto 12">
            <a:extLst>
              <a:ext uri="{FF2B5EF4-FFF2-40B4-BE49-F238E27FC236}">
                <a16:creationId xmlns:a16="http://schemas.microsoft.com/office/drawing/2014/main" id="{17883B06-7825-2244-AF61-496097D6378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407772" y="691328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9" name="Marcador de texto 12">
            <a:extLst>
              <a:ext uri="{FF2B5EF4-FFF2-40B4-BE49-F238E27FC236}">
                <a16:creationId xmlns:a16="http://schemas.microsoft.com/office/drawing/2014/main" id="{AF35CE4C-0D71-AA4C-8425-1B7F293A969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407772" y="794527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0" name="Marcador de texto 12">
            <a:extLst>
              <a:ext uri="{FF2B5EF4-FFF2-40B4-BE49-F238E27FC236}">
                <a16:creationId xmlns:a16="http://schemas.microsoft.com/office/drawing/2014/main" id="{71A4BF2B-3646-2445-94FB-8BD075B7718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98078" y="3762588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1" name="Marcador de texto 12">
            <a:extLst>
              <a:ext uri="{FF2B5EF4-FFF2-40B4-BE49-F238E27FC236}">
                <a16:creationId xmlns:a16="http://schemas.microsoft.com/office/drawing/2014/main" id="{172ABF2C-6BEB-E246-8ED2-D842905ADA1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98078" y="482194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2" name="Marcador de texto 12">
            <a:extLst>
              <a:ext uri="{FF2B5EF4-FFF2-40B4-BE49-F238E27FC236}">
                <a16:creationId xmlns:a16="http://schemas.microsoft.com/office/drawing/2014/main" id="{873747BB-8C33-EA48-87CD-8D44EEBD1F8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198078" y="586761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3" name="Marcador de texto 12">
            <a:extLst>
              <a:ext uri="{FF2B5EF4-FFF2-40B4-BE49-F238E27FC236}">
                <a16:creationId xmlns:a16="http://schemas.microsoft.com/office/drawing/2014/main" id="{86519374-AAF9-EB48-8648-80FC124E6A4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198078" y="691328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4" name="Marcador de texto 12">
            <a:extLst>
              <a:ext uri="{FF2B5EF4-FFF2-40B4-BE49-F238E27FC236}">
                <a16:creationId xmlns:a16="http://schemas.microsoft.com/office/drawing/2014/main" id="{2DD8C1DF-A74B-6042-B939-354F71C2348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2198078" y="794527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5" name="Marcador de texto 12">
            <a:extLst>
              <a:ext uri="{FF2B5EF4-FFF2-40B4-BE49-F238E27FC236}">
                <a16:creationId xmlns:a16="http://schemas.microsoft.com/office/drawing/2014/main" id="{5A92BBBB-49C2-FB4B-ACCA-5B241BA7EDE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4988384" y="3762588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6" name="Marcador de texto 12">
            <a:extLst>
              <a:ext uri="{FF2B5EF4-FFF2-40B4-BE49-F238E27FC236}">
                <a16:creationId xmlns:a16="http://schemas.microsoft.com/office/drawing/2014/main" id="{48DBB225-7EC5-FD41-A7DF-437192E519C0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988384" y="482194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7" name="Marcador de texto 12">
            <a:extLst>
              <a:ext uri="{FF2B5EF4-FFF2-40B4-BE49-F238E27FC236}">
                <a16:creationId xmlns:a16="http://schemas.microsoft.com/office/drawing/2014/main" id="{A5A7868A-C5A0-C64C-A8D7-C5FBB5E37A1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4988384" y="586761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8" name="Marcador de texto 12">
            <a:extLst>
              <a:ext uri="{FF2B5EF4-FFF2-40B4-BE49-F238E27FC236}">
                <a16:creationId xmlns:a16="http://schemas.microsoft.com/office/drawing/2014/main" id="{46C261B0-1D41-ED40-AA48-9FBADC66217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988384" y="691328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9" name="Marcador de texto 12">
            <a:extLst>
              <a:ext uri="{FF2B5EF4-FFF2-40B4-BE49-F238E27FC236}">
                <a16:creationId xmlns:a16="http://schemas.microsoft.com/office/drawing/2014/main" id="{66BBCB2D-7FD9-0F42-9FDE-086CC12BBCF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4988384" y="794527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96" name="Marcador de texto 12">
            <a:extLst>
              <a:ext uri="{FF2B5EF4-FFF2-40B4-BE49-F238E27FC236}">
                <a16:creationId xmlns:a16="http://schemas.microsoft.com/office/drawing/2014/main" id="{DB4C899F-4EA5-CD46-AE1A-170D9CCF1C7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693284" y="2593155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98" name="Marcador de texto 12">
            <a:extLst>
              <a:ext uri="{FF2B5EF4-FFF2-40B4-BE49-F238E27FC236}">
                <a16:creationId xmlns:a16="http://schemas.microsoft.com/office/drawing/2014/main" id="{6D38BD3A-4137-F546-A264-A163D160B524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83594" y="2593155"/>
            <a:ext cx="2700640" cy="571866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99" name="Marcador de texto 12">
            <a:extLst>
              <a:ext uri="{FF2B5EF4-FFF2-40B4-BE49-F238E27FC236}">
                <a16:creationId xmlns:a16="http://schemas.microsoft.com/office/drawing/2014/main" id="{AB98E926-574C-6A4F-83D1-1B4C527E734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273902" y="2593155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00" name="Marcador de texto 12">
            <a:extLst>
              <a:ext uri="{FF2B5EF4-FFF2-40B4-BE49-F238E27FC236}">
                <a16:creationId xmlns:a16="http://schemas.microsoft.com/office/drawing/2014/main" id="{5F48868C-C1D6-5142-A81F-3B761667DCB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064208" y="2593155"/>
            <a:ext cx="2700640" cy="571866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01" name="Marcador de texto 12">
            <a:extLst>
              <a:ext uri="{FF2B5EF4-FFF2-40B4-BE49-F238E27FC236}">
                <a16:creationId xmlns:a16="http://schemas.microsoft.com/office/drawing/2014/main" id="{057C87DD-BD53-8944-9826-B25621409CE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4854514" y="2593151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cxnSp>
        <p:nvCxnSpPr>
          <p:cNvPr id="51" name="Connettore 1 50">
            <a:extLst>
              <a:ext uri="{FF2B5EF4-FFF2-40B4-BE49-F238E27FC236}">
                <a16:creationId xmlns:a16="http://schemas.microsoft.com/office/drawing/2014/main" id="{FE276D34-E0F0-2E4C-8DDB-EB065C94EEF1}"/>
              </a:ext>
            </a:extLst>
          </p:cNvPr>
          <p:cNvCxnSpPr>
            <a:cxnSpLocks/>
          </p:cNvCxnSpPr>
          <p:nvPr/>
        </p:nvCxnSpPr>
        <p:spPr>
          <a:xfrm>
            <a:off x="717552" y="4688464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>
            <a:extLst>
              <a:ext uri="{FF2B5EF4-FFF2-40B4-BE49-F238E27FC236}">
                <a16:creationId xmlns:a16="http://schemas.microsoft.com/office/drawing/2014/main" id="{056F8BD4-41CE-FC4C-97FA-B8EB29405EFD}"/>
              </a:ext>
            </a:extLst>
          </p:cNvPr>
          <p:cNvCxnSpPr>
            <a:cxnSpLocks/>
          </p:cNvCxnSpPr>
          <p:nvPr/>
        </p:nvCxnSpPr>
        <p:spPr>
          <a:xfrm>
            <a:off x="717552" y="5733492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54">
            <a:extLst>
              <a:ext uri="{FF2B5EF4-FFF2-40B4-BE49-F238E27FC236}">
                <a16:creationId xmlns:a16="http://schemas.microsoft.com/office/drawing/2014/main" id="{4E0EFC13-6F80-BE42-B9EF-4F8A4CBB6EFC}"/>
              </a:ext>
            </a:extLst>
          </p:cNvPr>
          <p:cNvCxnSpPr>
            <a:cxnSpLocks/>
          </p:cNvCxnSpPr>
          <p:nvPr/>
        </p:nvCxnSpPr>
        <p:spPr>
          <a:xfrm>
            <a:off x="717552" y="6770356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1 55">
            <a:extLst>
              <a:ext uri="{FF2B5EF4-FFF2-40B4-BE49-F238E27FC236}">
                <a16:creationId xmlns:a16="http://schemas.microsoft.com/office/drawing/2014/main" id="{A28FD013-C9F6-7E42-A8CE-B3158663B769}"/>
              </a:ext>
            </a:extLst>
          </p:cNvPr>
          <p:cNvCxnSpPr>
            <a:cxnSpLocks/>
          </p:cNvCxnSpPr>
          <p:nvPr/>
        </p:nvCxnSpPr>
        <p:spPr>
          <a:xfrm>
            <a:off x="717552" y="7823548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Immagine 56">
            <a:extLst>
              <a:ext uri="{FF2B5EF4-FFF2-40B4-BE49-F238E27FC236}">
                <a16:creationId xmlns:a16="http://schemas.microsoft.com/office/drawing/2014/main" id="{A75A6252-536C-4DAD-9886-B99F3D0C12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20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fografica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2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5" y="1344803"/>
            <a:ext cx="1682521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4" y="3773019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01</a:t>
            </a:r>
            <a:endParaRPr lang="es-ES"/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7552" y="4818691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02</a:t>
            </a:r>
            <a:endParaRPr lang="es-ES"/>
          </a:p>
        </p:txBody>
      </p:sp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1404" y="5864363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03</a:t>
            </a:r>
            <a:endParaRPr lang="es-ES"/>
          </a:p>
        </p:txBody>
      </p:sp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7552" y="6910035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04</a:t>
            </a:r>
            <a:endParaRPr lang="es-ES"/>
          </a:p>
        </p:txBody>
      </p:sp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17552" y="7955707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05</a:t>
            </a:r>
            <a:endParaRPr lang="es-E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49260A10-13E9-6C44-BE81-0ABA2050B119}"/>
              </a:ext>
            </a:extLst>
          </p:cNvPr>
          <p:cNvCxnSpPr>
            <a:cxnSpLocks/>
          </p:cNvCxnSpPr>
          <p:nvPr/>
        </p:nvCxnSpPr>
        <p:spPr>
          <a:xfrm>
            <a:off x="3693287" y="4168348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1 65">
            <a:extLst>
              <a:ext uri="{FF2B5EF4-FFF2-40B4-BE49-F238E27FC236}">
                <a16:creationId xmlns:a16="http://schemas.microsoft.com/office/drawing/2014/main" id="{7015641B-8178-8944-BE6C-F3955C66099A}"/>
              </a:ext>
            </a:extLst>
          </p:cNvPr>
          <p:cNvCxnSpPr>
            <a:cxnSpLocks/>
          </p:cNvCxnSpPr>
          <p:nvPr/>
        </p:nvCxnSpPr>
        <p:spPr>
          <a:xfrm>
            <a:off x="3693287" y="5231716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1 89">
            <a:extLst>
              <a:ext uri="{FF2B5EF4-FFF2-40B4-BE49-F238E27FC236}">
                <a16:creationId xmlns:a16="http://schemas.microsoft.com/office/drawing/2014/main" id="{DF2B0A0E-9792-DF4B-B5C3-01D35062FF45}"/>
              </a:ext>
            </a:extLst>
          </p:cNvPr>
          <p:cNvCxnSpPr>
            <a:cxnSpLocks/>
          </p:cNvCxnSpPr>
          <p:nvPr/>
        </p:nvCxnSpPr>
        <p:spPr>
          <a:xfrm>
            <a:off x="3693287" y="6240508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1 90">
            <a:extLst>
              <a:ext uri="{FF2B5EF4-FFF2-40B4-BE49-F238E27FC236}">
                <a16:creationId xmlns:a16="http://schemas.microsoft.com/office/drawing/2014/main" id="{3F6C48A0-457B-C54F-B242-34146EB3017B}"/>
              </a:ext>
            </a:extLst>
          </p:cNvPr>
          <p:cNvCxnSpPr>
            <a:cxnSpLocks/>
          </p:cNvCxnSpPr>
          <p:nvPr/>
        </p:nvCxnSpPr>
        <p:spPr>
          <a:xfrm>
            <a:off x="3660335" y="7311426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1 91">
            <a:extLst>
              <a:ext uri="{FF2B5EF4-FFF2-40B4-BE49-F238E27FC236}">
                <a16:creationId xmlns:a16="http://schemas.microsoft.com/office/drawing/2014/main" id="{373ED62D-8E6F-3144-997B-07615D06E53F}"/>
              </a:ext>
            </a:extLst>
          </p:cNvPr>
          <p:cNvCxnSpPr>
            <a:cxnSpLocks/>
          </p:cNvCxnSpPr>
          <p:nvPr/>
        </p:nvCxnSpPr>
        <p:spPr>
          <a:xfrm>
            <a:off x="3660335" y="8395046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3B64A333-2C77-044C-80F6-5833E4F03174}"/>
              </a:ext>
            </a:extLst>
          </p:cNvPr>
          <p:cNvGrpSpPr/>
          <p:nvPr/>
        </p:nvGrpSpPr>
        <p:grpSpPr>
          <a:xfrm>
            <a:off x="3592030" y="4005688"/>
            <a:ext cx="2850704" cy="320996"/>
            <a:chOff x="1796014" y="2002843"/>
            <a:chExt cx="1425352" cy="160498"/>
          </a:xfrm>
        </p:grpSpPr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0A2E9E61-4B84-E749-BFAB-6D1999677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93" name="Immagine 92">
              <a:extLst>
                <a:ext uri="{FF2B5EF4-FFF2-40B4-BE49-F238E27FC236}">
                  <a16:creationId xmlns:a16="http://schemas.microsoft.com/office/drawing/2014/main" id="{D88943A3-1256-BA41-91BD-DC3274465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96" name="Immagine 95">
              <a:extLst>
                <a:ext uri="{FF2B5EF4-FFF2-40B4-BE49-F238E27FC236}">
                  <a16:creationId xmlns:a16="http://schemas.microsoft.com/office/drawing/2014/main" id="{EA3EE68F-AC0E-6642-A5C5-F4C040BA4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F262EACD-978A-4B4F-A8F2-98293B69E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01" name="Gruppo 100">
            <a:extLst>
              <a:ext uri="{FF2B5EF4-FFF2-40B4-BE49-F238E27FC236}">
                <a16:creationId xmlns:a16="http://schemas.microsoft.com/office/drawing/2014/main" id="{2893D276-5424-7149-ABB7-5BCEAF7E8996}"/>
              </a:ext>
            </a:extLst>
          </p:cNvPr>
          <p:cNvGrpSpPr/>
          <p:nvPr/>
        </p:nvGrpSpPr>
        <p:grpSpPr>
          <a:xfrm>
            <a:off x="6434202" y="4005688"/>
            <a:ext cx="2850704" cy="320996"/>
            <a:chOff x="1796014" y="2002843"/>
            <a:chExt cx="1425352" cy="160498"/>
          </a:xfrm>
        </p:grpSpPr>
        <p:pic>
          <p:nvPicPr>
            <p:cNvPr id="102" name="Immagine 101">
              <a:extLst>
                <a:ext uri="{FF2B5EF4-FFF2-40B4-BE49-F238E27FC236}">
                  <a16:creationId xmlns:a16="http://schemas.microsoft.com/office/drawing/2014/main" id="{703BFB94-390D-D144-8766-C0AD606FE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5B878745-F748-264E-9919-1B48F8261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04" name="Immagine 103">
              <a:extLst>
                <a:ext uri="{FF2B5EF4-FFF2-40B4-BE49-F238E27FC236}">
                  <a16:creationId xmlns:a16="http://schemas.microsoft.com/office/drawing/2014/main" id="{67B49ADB-1EFC-1C4B-9017-8ED327815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05" name="Immagine 104">
              <a:extLst>
                <a:ext uri="{FF2B5EF4-FFF2-40B4-BE49-F238E27FC236}">
                  <a16:creationId xmlns:a16="http://schemas.microsoft.com/office/drawing/2014/main" id="{83651869-B83D-C640-99C3-33D9DDBEC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11" name="Gruppo 110">
            <a:extLst>
              <a:ext uri="{FF2B5EF4-FFF2-40B4-BE49-F238E27FC236}">
                <a16:creationId xmlns:a16="http://schemas.microsoft.com/office/drawing/2014/main" id="{392F7BE3-60B3-8142-8CE6-A2B2AF1F53C5}"/>
              </a:ext>
            </a:extLst>
          </p:cNvPr>
          <p:cNvGrpSpPr/>
          <p:nvPr/>
        </p:nvGrpSpPr>
        <p:grpSpPr>
          <a:xfrm>
            <a:off x="9273904" y="5065774"/>
            <a:ext cx="2850704" cy="320996"/>
            <a:chOff x="1796014" y="2002843"/>
            <a:chExt cx="1425352" cy="160498"/>
          </a:xfrm>
        </p:grpSpPr>
        <p:pic>
          <p:nvPicPr>
            <p:cNvPr id="112" name="Immagine 111">
              <a:extLst>
                <a:ext uri="{FF2B5EF4-FFF2-40B4-BE49-F238E27FC236}">
                  <a16:creationId xmlns:a16="http://schemas.microsoft.com/office/drawing/2014/main" id="{D9E12C61-4349-7F4B-99E6-40B8054D2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13" name="Immagine 112">
              <a:extLst>
                <a:ext uri="{FF2B5EF4-FFF2-40B4-BE49-F238E27FC236}">
                  <a16:creationId xmlns:a16="http://schemas.microsoft.com/office/drawing/2014/main" id="{9F475D4D-4694-4B4B-A49C-0D28B2AA6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87FE0264-79FE-424C-9078-40DEEC410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506557" y="2002843"/>
              <a:ext cx="359209" cy="160498"/>
            </a:xfrm>
            <a:prstGeom prst="rect">
              <a:avLst/>
            </a:prstGeom>
          </p:spPr>
        </p:pic>
        <p:pic>
          <p:nvPicPr>
            <p:cNvPr id="115" name="Immagine 114">
              <a:extLst>
                <a:ext uri="{FF2B5EF4-FFF2-40B4-BE49-F238E27FC236}">
                  <a16:creationId xmlns:a16="http://schemas.microsoft.com/office/drawing/2014/main" id="{49CC86E2-6019-9A46-BA34-0B43381F3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16" name="Gruppo 115">
            <a:extLst>
              <a:ext uri="{FF2B5EF4-FFF2-40B4-BE49-F238E27FC236}">
                <a16:creationId xmlns:a16="http://schemas.microsoft.com/office/drawing/2014/main" id="{8C6F30FB-E5B9-F04D-9473-59F944CB1867}"/>
              </a:ext>
            </a:extLst>
          </p:cNvPr>
          <p:cNvGrpSpPr/>
          <p:nvPr/>
        </p:nvGrpSpPr>
        <p:grpSpPr>
          <a:xfrm>
            <a:off x="6408561" y="5065774"/>
            <a:ext cx="2850706" cy="320996"/>
            <a:chOff x="1796014" y="2002843"/>
            <a:chExt cx="1425353" cy="160498"/>
          </a:xfrm>
        </p:grpSpPr>
        <p:pic>
          <p:nvPicPr>
            <p:cNvPr id="117" name="Immagine 116">
              <a:extLst>
                <a:ext uri="{FF2B5EF4-FFF2-40B4-BE49-F238E27FC236}">
                  <a16:creationId xmlns:a16="http://schemas.microsoft.com/office/drawing/2014/main" id="{6CC70696-4230-4841-94E9-7E3712837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FB739509-A637-0A40-B4FF-F0FD47C0B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19" name="Immagine 118">
              <a:extLst>
                <a:ext uri="{FF2B5EF4-FFF2-40B4-BE49-F238E27FC236}">
                  <a16:creationId xmlns:a16="http://schemas.microsoft.com/office/drawing/2014/main" id="{61EC3BC9-85BD-0640-B798-C219D2AD2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20" name="Immagine 119">
              <a:extLst>
                <a:ext uri="{FF2B5EF4-FFF2-40B4-BE49-F238E27FC236}">
                  <a16:creationId xmlns:a16="http://schemas.microsoft.com/office/drawing/2014/main" id="{FC9BE088-BE6F-B94D-87B7-2F79ABED1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FF771E90-D95C-7A46-98E9-BCF2A8C3E15E}"/>
              </a:ext>
            </a:extLst>
          </p:cNvPr>
          <p:cNvGrpSpPr/>
          <p:nvPr/>
        </p:nvGrpSpPr>
        <p:grpSpPr>
          <a:xfrm>
            <a:off x="14765400" y="8222088"/>
            <a:ext cx="2850704" cy="320996"/>
            <a:chOff x="1796014" y="2002843"/>
            <a:chExt cx="1425352" cy="160498"/>
          </a:xfrm>
        </p:grpSpPr>
        <p:pic>
          <p:nvPicPr>
            <p:cNvPr id="122" name="Immagine 121">
              <a:extLst>
                <a:ext uri="{FF2B5EF4-FFF2-40B4-BE49-F238E27FC236}">
                  <a16:creationId xmlns:a16="http://schemas.microsoft.com/office/drawing/2014/main" id="{F614F140-A8B5-484E-91E3-331F8AC9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23" name="Immagine 122">
              <a:extLst>
                <a:ext uri="{FF2B5EF4-FFF2-40B4-BE49-F238E27FC236}">
                  <a16:creationId xmlns:a16="http://schemas.microsoft.com/office/drawing/2014/main" id="{C166A091-06C8-A34F-A1C6-986EBBCDE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24" name="Immagine 123">
              <a:extLst>
                <a:ext uri="{FF2B5EF4-FFF2-40B4-BE49-F238E27FC236}">
                  <a16:creationId xmlns:a16="http://schemas.microsoft.com/office/drawing/2014/main" id="{00DA65D6-0450-BD48-9845-88D70596F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25" name="Immagine 124">
              <a:extLst>
                <a:ext uri="{FF2B5EF4-FFF2-40B4-BE49-F238E27FC236}">
                  <a16:creationId xmlns:a16="http://schemas.microsoft.com/office/drawing/2014/main" id="{6B48F0EA-5255-E04C-919A-3AFE21D22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26" name="Gruppo 125">
            <a:extLst>
              <a:ext uri="{FF2B5EF4-FFF2-40B4-BE49-F238E27FC236}">
                <a16:creationId xmlns:a16="http://schemas.microsoft.com/office/drawing/2014/main" id="{876E7048-7002-7743-8720-57C9929D3193}"/>
              </a:ext>
            </a:extLst>
          </p:cNvPr>
          <p:cNvGrpSpPr/>
          <p:nvPr/>
        </p:nvGrpSpPr>
        <p:grpSpPr>
          <a:xfrm>
            <a:off x="10416905" y="6081774"/>
            <a:ext cx="2850706" cy="320996"/>
            <a:chOff x="1796014" y="2002843"/>
            <a:chExt cx="1425353" cy="160498"/>
          </a:xfrm>
        </p:grpSpPr>
        <p:pic>
          <p:nvPicPr>
            <p:cNvPr id="127" name="Immagine 126">
              <a:extLst>
                <a:ext uri="{FF2B5EF4-FFF2-40B4-BE49-F238E27FC236}">
                  <a16:creationId xmlns:a16="http://schemas.microsoft.com/office/drawing/2014/main" id="{85B6B525-D516-784B-A912-098164B49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28" name="Immagine 127">
              <a:extLst>
                <a:ext uri="{FF2B5EF4-FFF2-40B4-BE49-F238E27FC236}">
                  <a16:creationId xmlns:a16="http://schemas.microsoft.com/office/drawing/2014/main" id="{3E3B50A8-F725-C04A-AF1D-F09BF740A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29" name="Immagine 128">
              <a:extLst>
                <a:ext uri="{FF2B5EF4-FFF2-40B4-BE49-F238E27FC236}">
                  <a16:creationId xmlns:a16="http://schemas.microsoft.com/office/drawing/2014/main" id="{3B8FD6B5-2AD8-C247-9BB4-FF18F9ACC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30" name="Immagine 129">
              <a:extLst>
                <a:ext uri="{FF2B5EF4-FFF2-40B4-BE49-F238E27FC236}">
                  <a16:creationId xmlns:a16="http://schemas.microsoft.com/office/drawing/2014/main" id="{C1A6EBC0-1801-8748-8FF0-C01E6C57D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grpSp>
        <p:nvGrpSpPr>
          <p:cNvPr id="131" name="Gruppo 130">
            <a:extLst>
              <a:ext uri="{FF2B5EF4-FFF2-40B4-BE49-F238E27FC236}">
                <a16:creationId xmlns:a16="http://schemas.microsoft.com/office/drawing/2014/main" id="{3F93AB8B-F88B-8340-8A04-0DBB939E28FD}"/>
              </a:ext>
            </a:extLst>
          </p:cNvPr>
          <p:cNvGrpSpPr/>
          <p:nvPr/>
        </p:nvGrpSpPr>
        <p:grpSpPr>
          <a:xfrm>
            <a:off x="13259077" y="6081774"/>
            <a:ext cx="2850706" cy="320996"/>
            <a:chOff x="1796014" y="2002843"/>
            <a:chExt cx="1425353" cy="160498"/>
          </a:xfrm>
        </p:grpSpPr>
        <p:pic>
          <p:nvPicPr>
            <p:cNvPr id="132" name="Immagine 131">
              <a:extLst>
                <a:ext uri="{FF2B5EF4-FFF2-40B4-BE49-F238E27FC236}">
                  <a16:creationId xmlns:a16="http://schemas.microsoft.com/office/drawing/2014/main" id="{9BA42FFD-3676-6944-9912-94DC13902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796014" y="2002843"/>
              <a:ext cx="359209" cy="160498"/>
            </a:xfrm>
            <a:prstGeom prst="rect">
              <a:avLst/>
            </a:prstGeom>
          </p:spPr>
        </p:pic>
        <p:pic>
          <p:nvPicPr>
            <p:cNvPr id="133" name="Immagine 132">
              <a:extLst>
                <a:ext uri="{FF2B5EF4-FFF2-40B4-BE49-F238E27FC236}">
                  <a16:creationId xmlns:a16="http://schemas.microsoft.com/office/drawing/2014/main" id="{692AA2B0-F049-114E-B35B-C3302FF12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34" name="Immagine 133">
              <a:extLst>
                <a:ext uri="{FF2B5EF4-FFF2-40B4-BE49-F238E27FC236}">
                  <a16:creationId xmlns:a16="http://schemas.microsoft.com/office/drawing/2014/main" id="{7486DFD1-AD38-6047-AAB0-9814DDFD9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35" name="Immagine 134">
              <a:extLst>
                <a:ext uri="{FF2B5EF4-FFF2-40B4-BE49-F238E27FC236}">
                  <a16:creationId xmlns:a16="http://schemas.microsoft.com/office/drawing/2014/main" id="{A1BA13D4-900E-C041-AE3C-04858F80C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sp>
        <p:nvSpPr>
          <p:cNvPr id="147" name="Marcador de texto 12">
            <a:extLst>
              <a:ext uri="{FF2B5EF4-FFF2-40B4-BE49-F238E27FC236}">
                <a16:creationId xmlns:a16="http://schemas.microsoft.com/office/drawing/2014/main" id="{F80179D1-9D66-774F-97D6-E561E4E4378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693284" y="2593155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48" name="Marcador de texto 12">
            <a:extLst>
              <a:ext uri="{FF2B5EF4-FFF2-40B4-BE49-F238E27FC236}">
                <a16:creationId xmlns:a16="http://schemas.microsoft.com/office/drawing/2014/main" id="{FC24A52E-73B8-F043-9C12-EA93F2394CE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83594" y="2593155"/>
            <a:ext cx="2700640" cy="571866"/>
          </a:xfrm>
          <a:solidFill>
            <a:schemeClr val="tx2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49" name="Marcador de texto 12">
            <a:extLst>
              <a:ext uri="{FF2B5EF4-FFF2-40B4-BE49-F238E27FC236}">
                <a16:creationId xmlns:a16="http://schemas.microsoft.com/office/drawing/2014/main" id="{D659CB6E-1C7E-FC46-BC60-2199CD1CF9E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273902" y="2593155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50" name="Marcador de texto 12">
            <a:extLst>
              <a:ext uri="{FF2B5EF4-FFF2-40B4-BE49-F238E27FC236}">
                <a16:creationId xmlns:a16="http://schemas.microsoft.com/office/drawing/2014/main" id="{789EF858-36D5-1C47-8904-D34C97F3163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064208" y="2593155"/>
            <a:ext cx="2700640" cy="571866"/>
          </a:xfrm>
          <a:solidFill>
            <a:schemeClr val="tx2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51" name="Marcador de texto 12">
            <a:extLst>
              <a:ext uri="{FF2B5EF4-FFF2-40B4-BE49-F238E27FC236}">
                <a16:creationId xmlns:a16="http://schemas.microsoft.com/office/drawing/2014/main" id="{68109D88-1A48-6448-9107-705769A1E67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4854514" y="2600735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78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grpSp>
        <p:nvGrpSpPr>
          <p:cNvPr id="152" name="Gruppo 151">
            <a:extLst>
              <a:ext uri="{FF2B5EF4-FFF2-40B4-BE49-F238E27FC236}">
                <a16:creationId xmlns:a16="http://schemas.microsoft.com/office/drawing/2014/main" id="{B6FE8CAB-F87A-8C40-931F-F59870162D49}"/>
              </a:ext>
            </a:extLst>
          </p:cNvPr>
          <p:cNvGrpSpPr/>
          <p:nvPr/>
        </p:nvGrpSpPr>
        <p:grpSpPr>
          <a:xfrm>
            <a:off x="11829457" y="7148572"/>
            <a:ext cx="2850706" cy="320996"/>
            <a:chOff x="1796014" y="2002843"/>
            <a:chExt cx="1425353" cy="160498"/>
          </a:xfrm>
        </p:grpSpPr>
        <p:pic>
          <p:nvPicPr>
            <p:cNvPr id="153" name="Immagine 152">
              <a:extLst>
                <a:ext uri="{FF2B5EF4-FFF2-40B4-BE49-F238E27FC236}">
                  <a16:creationId xmlns:a16="http://schemas.microsoft.com/office/drawing/2014/main" id="{6D624BAB-CF72-9D46-BE27-A2A082B10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54" name="Immagine 153">
              <a:extLst>
                <a:ext uri="{FF2B5EF4-FFF2-40B4-BE49-F238E27FC236}">
                  <a16:creationId xmlns:a16="http://schemas.microsoft.com/office/drawing/2014/main" id="{CB7A69D6-25A0-CC49-9021-A1B267C6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55" name="Immagine 154">
              <a:extLst>
                <a:ext uri="{FF2B5EF4-FFF2-40B4-BE49-F238E27FC236}">
                  <a16:creationId xmlns:a16="http://schemas.microsoft.com/office/drawing/2014/main" id="{6247B0B7-A6A5-1341-B9A6-A70D342F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506557" y="2002843"/>
              <a:ext cx="359209" cy="160498"/>
            </a:xfrm>
            <a:prstGeom prst="rect">
              <a:avLst/>
            </a:prstGeom>
          </p:spPr>
        </p:pic>
        <p:pic>
          <p:nvPicPr>
            <p:cNvPr id="156" name="Immagine 155">
              <a:extLst>
                <a:ext uri="{FF2B5EF4-FFF2-40B4-BE49-F238E27FC236}">
                  <a16:creationId xmlns:a16="http://schemas.microsoft.com/office/drawing/2014/main" id="{636E686F-C171-9B48-B644-FBA4FD388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EC0B043-4205-4CDA-A813-5998AF2CAE63}"/>
              </a:ext>
            </a:extLst>
          </p:cNvPr>
          <p:cNvGrpSpPr/>
          <p:nvPr userDrawn="1"/>
        </p:nvGrpSpPr>
        <p:grpSpPr>
          <a:xfrm>
            <a:off x="-1252659" y="1833576"/>
            <a:ext cx="800694" cy="6173464"/>
            <a:chOff x="-1981200" y="1269158"/>
            <a:chExt cx="678353" cy="5890374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EEFDCFC-1570-4B8A-904D-3271AE483E11}"/>
                </a:ext>
              </a:extLst>
            </p:cNvPr>
            <p:cNvSpPr/>
            <p:nvPr/>
          </p:nvSpPr>
          <p:spPr>
            <a:xfrm>
              <a:off x="-1981200" y="1269158"/>
              <a:ext cx="665394" cy="558000"/>
            </a:xfrm>
            <a:prstGeom prst="rect">
              <a:avLst/>
            </a:prstGeom>
            <a:solidFill>
              <a:srgbClr val="00B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8ECE921-06B6-48DD-B878-2EFD170FF28E}"/>
                </a:ext>
              </a:extLst>
            </p:cNvPr>
            <p:cNvSpPr/>
            <p:nvPr/>
          </p:nvSpPr>
          <p:spPr>
            <a:xfrm>
              <a:off x="-1981200" y="2067034"/>
              <a:ext cx="665394" cy="558000"/>
            </a:xfrm>
            <a:prstGeom prst="rect">
              <a:avLst/>
            </a:prstGeom>
            <a:solidFill>
              <a:srgbClr val="4DA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C1A083F-42D6-4D7E-8CF2-86E4A1D83773}"/>
                </a:ext>
              </a:extLst>
            </p:cNvPr>
            <p:cNvSpPr/>
            <p:nvPr/>
          </p:nvSpPr>
          <p:spPr>
            <a:xfrm>
              <a:off x="-1981200" y="2864910"/>
              <a:ext cx="665394" cy="558000"/>
            </a:xfrm>
            <a:prstGeom prst="rect">
              <a:avLst/>
            </a:prstGeom>
            <a:solidFill>
              <a:srgbClr val="7FD8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8D60C3-0AD6-47BF-B333-E60B0F9AFCEB}"/>
                </a:ext>
              </a:extLst>
            </p:cNvPr>
            <p:cNvSpPr/>
            <p:nvPr/>
          </p:nvSpPr>
          <p:spPr>
            <a:xfrm>
              <a:off x="-1981200" y="5168256"/>
              <a:ext cx="665394" cy="558000"/>
            </a:xfrm>
            <a:prstGeom prst="rect">
              <a:avLst/>
            </a:prstGeom>
            <a:solidFill>
              <a:srgbClr val="CDD8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C081FB-295E-423A-9F76-E8FE9C249123}"/>
                </a:ext>
              </a:extLst>
            </p:cNvPr>
            <p:cNvSpPr/>
            <p:nvPr/>
          </p:nvSpPr>
          <p:spPr>
            <a:xfrm>
              <a:off x="-1968241" y="3662786"/>
              <a:ext cx="665394" cy="558000"/>
            </a:xfrm>
            <a:prstGeom prst="rect">
              <a:avLst/>
            </a:prstGeom>
            <a:solidFill>
              <a:srgbClr val="CCF0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8558F06-3B7A-43C2-B3B5-AAC0CC1A17CF}"/>
                </a:ext>
              </a:extLst>
            </p:cNvPr>
            <p:cNvSpPr/>
            <p:nvPr/>
          </p:nvSpPr>
          <p:spPr>
            <a:xfrm>
              <a:off x="-1981200" y="4445738"/>
              <a:ext cx="665394" cy="558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12CFD74-0622-4871-90CC-754ECED1181F}"/>
                </a:ext>
              </a:extLst>
            </p:cNvPr>
            <p:cNvSpPr/>
            <p:nvPr/>
          </p:nvSpPr>
          <p:spPr>
            <a:xfrm>
              <a:off x="-1968241" y="5918600"/>
              <a:ext cx="665394" cy="558000"/>
            </a:xfrm>
            <a:prstGeom prst="rect">
              <a:avLst/>
            </a:prstGeom>
            <a:solidFill>
              <a:srgbClr val="9B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3E02B4-8747-4F22-B57B-F83CE3409B5D}"/>
                </a:ext>
              </a:extLst>
            </p:cNvPr>
            <p:cNvSpPr/>
            <p:nvPr/>
          </p:nvSpPr>
          <p:spPr>
            <a:xfrm>
              <a:off x="-1968241" y="6601532"/>
              <a:ext cx="665394" cy="5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</p:grpSp>
      <p:pic>
        <p:nvPicPr>
          <p:cNvPr id="76" name="Immagine 75">
            <a:extLst>
              <a:ext uri="{FF2B5EF4-FFF2-40B4-BE49-F238E27FC236}">
                <a16:creationId xmlns:a16="http://schemas.microsoft.com/office/drawing/2014/main" id="{95832516-027B-4AAE-B17F-4643E4F885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42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D135752-B4DB-5B41-9326-ACFF54026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3"/>
            <a:ext cx="18288000" cy="941851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681E36B0-3D41-3348-843B-5A4FD9AAD05A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6DE9D9F0-2F5A-504E-8FCC-DF237D1454A3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03828E21-AFF7-3548-8B3E-4A9D2BCC2996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4581B37E-2AB3-DE44-AC3E-A922C2A69E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7" name="Segnaposto numero diapositiva 16">
            <a:extLst>
              <a:ext uri="{FF2B5EF4-FFF2-40B4-BE49-F238E27FC236}">
                <a16:creationId xmlns:a16="http://schemas.microsoft.com/office/drawing/2014/main" id="{F307A75F-882D-9F44-BE79-9920978E5E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54216CAA-59B0-1F45-B916-7F60E82038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8487DD8-DD72-1F47-A148-B724CE779E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3"/>
            <a:ext cx="805442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2" name="Segnaposto piè di pagina 5">
            <a:extLst>
              <a:ext uri="{FF2B5EF4-FFF2-40B4-BE49-F238E27FC236}">
                <a16:creationId xmlns:a16="http://schemas.microsoft.com/office/drawing/2014/main" id="{9FDE37A3-1810-F745-8117-1ABAE47DFF2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252156B-A8F8-4222-B71C-8F5878E499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45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magini-Compo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D135752-B4DB-5B41-9326-ACFF54026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7552" y="1986877"/>
            <a:ext cx="5502728" cy="7094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681E36B0-3D41-3348-843B-5A4FD9AAD05A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6DE9D9F0-2F5A-504E-8FCC-DF237D1454A3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03828E21-AFF7-3548-8B3E-4A9D2BCC2996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4581B37E-2AB3-DE44-AC3E-A922C2A69E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7" name="Segnaposto numero diapositiva 16">
            <a:extLst>
              <a:ext uri="{FF2B5EF4-FFF2-40B4-BE49-F238E27FC236}">
                <a16:creationId xmlns:a16="http://schemas.microsoft.com/office/drawing/2014/main" id="{F307A75F-882D-9F44-BE79-9920978E5E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54216CAA-59B0-1F45-B916-7F60E82038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8487DD8-DD72-1F47-A148-B724CE779E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3"/>
            <a:ext cx="8054424" cy="340546"/>
          </a:xfrm>
        </p:spPr>
        <p:txBody>
          <a:bodyPr>
            <a:noAutofit/>
          </a:bodyPr>
          <a:lstStyle>
            <a:lvl1pPr marL="0" marR="0" indent="0" algn="l" defTabSz="182875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2" name="Segnaposto piè di pagina 5">
            <a:extLst>
              <a:ext uri="{FF2B5EF4-FFF2-40B4-BE49-F238E27FC236}">
                <a16:creationId xmlns:a16="http://schemas.microsoft.com/office/drawing/2014/main" id="{9FDE37A3-1810-F745-8117-1ABAE47DFF2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C25EF530-6DE3-924F-82C0-D1A032A3900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2067722" y="1986877"/>
            <a:ext cx="5502728" cy="7094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4DB9DFF1-900D-694E-B13C-CD90DD00A80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92638" y="1986877"/>
            <a:ext cx="5502728" cy="7094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04B2BF56-2B8D-4AF4-ADEB-C64DF129BF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16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rase enfatic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o 16">
            <a:extLst>
              <a:ext uri="{FF2B5EF4-FFF2-40B4-BE49-F238E27FC236}">
                <a16:creationId xmlns:a16="http://schemas.microsoft.com/office/drawing/2014/main" id="{38511AC7-5CCD-AD41-B1D9-5E35C3A1EE29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DB2EE335-F6BD-6041-8F98-BA6DDCF6A08C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9" name="Figura a mano libera 18">
              <a:extLst>
                <a:ext uri="{FF2B5EF4-FFF2-40B4-BE49-F238E27FC236}">
                  <a16:creationId xmlns:a16="http://schemas.microsoft.com/office/drawing/2014/main" id="{B8B6EB04-FD3C-B548-A5D4-291DEF7B09DF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9" name="Segnaposto data 8">
            <a:extLst>
              <a:ext uri="{FF2B5EF4-FFF2-40B4-BE49-F238E27FC236}">
                <a16:creationId xmlns:a16="http://schemas.microsoft.com/office/drawing/2014/main" id="{9CA14246-3E41-0D4A-901F-8186E08E29E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A35417DF-C918-7D40-BE4A-1552AA863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5BB6CF49-1B12-BD43-A5BC-9E0D86B2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0" y="3200402"/>
            <a:ext cx="1549400" cy="3175000"/>
          </a:xfrm>
          <a:prstGeom prst="rect">
            <a:avLst/>
          </a:prstGeom>
        </p:spPr>
      </p:pic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54E4D295-A19F-994E-8303-CB63107F58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06703" y="3201267"/>
            <a:ext cx="13818754" cy="3174134"/>
          </a:xfrm>
        </p:spPr>
        <p:txBody>
          <a:bodyPr anchor="ctr">
            <a:noAutofit/>
          </a:bodyPr>
          <a:lstStyle>
            <a:lvl1pPr marL="0" indent="0">
              <a:buNone/>
              <a:defRPr sz="5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Frase, </a:t>
            </a:r>
            <a:r>
              <a:rPr lang="es-ES" err="1"/>
              <a:t>concetto</a:t>
            </a:r>
            <a:r>
              <a:rPr lang="es-ES"/>
              <a:t> o </a:t>
            </a:r>
            <a:r>
              <a:rPr lang="es-ES" err="1"/>
              <a:t>citazione</a:t>
            </a:r>
            <a:r>
              <a:rPr lang="es-ES"/>
              <a:t> importante</a:t>
            </a:r>
            <a:br>
              <a:rPr lang="es-ES"/>
            </a:br>
            <a:r>
              <a:rPr lang="es-ES"/>
              <a:t>che </a:t>
            </a:r>
            <a:r>
              <a:rPr lang="es-ES" err="1"/>
              <a:t>necessita</a:t>
            </a:r>
            <a:r>
              <a:rPr lang="es-ES"/>
              <a:t> di </a:t>
            </a:r>
            <a:r>
              <a:rPr lang="es-ES" err="1"/>
              <a:t>essere</a:t>
            </a:r>
            <a:r>
              <a:rPr lang="es-ES"/>
              <a:t> </a:t>
            </a:r>
            <a:r>
              <a:rPr lang="es-ES" err="1"/>
              <a:t>enfatizzato</a:t>
            </a:r>
            <a:r>
              <a:rPr lang="es-ES"/>
              <a:t>.</a:t>
            </a:r>
          </a:p>
        </p:txBody>
      </p:sp>
      <p:sp>
        <p:nvSpPr>
          <p:cNvPr id="11" name="Segnaposto piè di pagina 5">
            <a:extLst>
              <a:ext uri="{FF2B5EF4-FFF2-40B4-BE49-F238E27FC236}">
                <a16:creationId xmlns:a16="http://schemas.microsoft.com/office/drawing/2014/main" id="{C18D41EF-78B8-A84E-A986-73B73C15E1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7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515C89B-BA51-4CD2-BDAF-2C0D9D9EFC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957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uo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152EABBE-D28A-994D-AE03-FE436EA46638}"/>
              </a:ext>
            </a:extLst>
          </p:cNvPr>
          <p:cNvGrpSpPr/>
          <p:nvPr/>
        </p:nvGrpSpPr>
        <p:grpSpPr>
          <a:xfrm>
            <a:off x="-1" y="9409191"/>
            <a:ext cx="18288002" cy="896010"/>
            <a:chOff x="-1" y="4704594"/>
            <a:chExt cx="9144001" cy="448005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1A7EF9B9-038C-A348-AA0F-7B33A4A48007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92897B61-B4F5-1949-A605-909E1CEEA26A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F5D9EAAC-B552-B2E3-E34D-5470298CF4B7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35169" y="941252"/>
          <a:ext cx="18017666" cy="834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800">
                  <a:extLst>
                    <a:ext uri="{9D8B030D-6E8A-4147-A177-3AD203B41FA5}">
                      <a16:colId xmlns:a16="http://schemas.microsoft.com/office/drawing/2014/main" val="1115034091"/>
                    </a:ext>
                  </a:extLst>
                </a:gridCol>
                <a:gridCol w="2724624">
                  <a:extLst>
                    <a:ext uri="{9D8B030D-6E8A-4147-A177-3AD203B41FA5}">
                      <a16:colId xmlns:a16="http://schemas.microsoft.com/office/drawing/2014/main" val="3814138560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172699821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059434632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545433829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683233056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720283113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1956884792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22664610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286587739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389561535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932318665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4156403339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85043812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533434810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798777985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470948016"/>
                    </a:ext>
                  </a:extLst>
                </a:gridCol>
                <a:gridCol w="2923502">
                  <a:extLst>
                    <a:ext uri="{9D8B030D-6E8A-4147-A177-3AD203B41FA5}">
                      <a16:colId xmlns:a16="http://schemas.microsoft.com/office/drawing/2014/main" val="461459302"/>
                    </a:ext>
                  </a:extLst>
                </a:gridCol>
              </a:tblGrid>
              <a:tr h="697836"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Demand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Titolo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Dic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Gen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Mar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Apr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Mag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Giu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Lug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Ago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Set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Ott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Nov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Dic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Rag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Note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6122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1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it-IT" sz="1600" b="0" i="0" u="none" strike="noStrike" cap="non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rtl="0" eaLnBrk="0" fontAlgn="base" latinLnBrk="0" hangingPunct="0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it-IT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835009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37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8" rtl="0" eaLnBrk="1" fontAlgn="ctr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12603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1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it-IT" sz="1600" b="0" i="0" u="none" strike="noStrike" cap="non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rtl="0" eaLnBrk="0" fontAlgn="base" latinLnBrk="0" hangingPunct="0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it-IT" sz="16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914977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1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it-IT" sz="1600" b="0" i="0" u="none" strike="noStrike" cap="non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rtl="0" eaLnBrk="0" fontAlgn="base" latinLnBrk="0" hangingPunct="0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it-IT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57126"/>
                  </a:ext>
                </a:extLst>
              </a:tr>
            </a:tbl>
          </a:graphicData>
        </a:graphic>
      </p:graphicFrame>
      <p:pic>
        <p:nvPicPr>
          <p:cNvPr id="7" name="object 190">
            <a:extLst>
              <a:ext uri="{FF2B5EF4-FFF2-40B4-BE49-F238E27FC236}">
                <a16:creationId xmlns:a16="http://schemas.microsoft.com/office/drawing/2014/main" id="{16A8DEF2-ECFB-DCEC-F658-F3AC63A429A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41250" y="9898510"/>
            <a:ext cx="278604" cy="236704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8A016F-6E35-AED1-D396-B931E991C7B8}"/>
              </a:ext>
            </a:extLst>
          </p:cNvPr>
          <p:cNvSpPr/>
          <p:nvPr userDrawn="1"/>
        </p:nvSpPr>
        <p:spPr>
          <a:xfrm>
            <a:off x="1631433" y="9457807"/>
            <a:ext cx="12736502" cy="7768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1532;p43">
            <a:extLst>
              <a:ext uri="{FF2B5EF4-FFF2-40B4-BE49-F238E27FC236}">
                <a16:creationId xmlns:a16="http://schemas.microsoft.com/office/drawing/2014/main" id="{27F01580-4847-AF20-C7F7-2A3B4F8044EE}"/>
              </a:ext>
            </a:extLst>
          </p:cNvPr>
          <p:cNvSpPr/>
          <p:nvPr userDrawn="1"/>
        </p:nvSpPr>
        <p:spPr>
          <a:xfrm>
            <a:off x="3635948" y="9475521"/>
            <a:ext cx="288000" cy="287998"/>
          </a:xfrm>
          <a:prstGeom prst="flowChartDecision">
            <a:avLst/>
          </a:prstGeom>
          <a:solidFill>
            <a:srgbClr val="00B05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Tx/>
              <a:buNone/>
              <a:tabLst/>
              <a:defRPr/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Rectangle 105">
            <a:extLst>
              <a:ext uri="{FF2B5EF4-FFF2-40B4-BE49-F238E27FC236}">
                <a16:creationId xmlns:a16="http://schemas.microsoft.com/office/drawing/2014/main" id="{61796A52-F3D4-0C02-A35F-F83FB19F3615}"/>
              </a:ext>
            </a:extLst>
          </p:cNvPr>
          <p:cNvSpPr/>
          <p:nvPr userDrawn="1"/>
        </p:nvSpPr>
        <p:spPr>
          <a:xfrm>
            <a:off x="3670095" y="9483568"/>
            <a:ext cx="1757898" cy="337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1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Arial"/>
              </a:rPr>
              <a:t>Milestone rilascio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1612E1-7E36-65FE-16F3-A12DBD433A25}"/>
              </a:ext>
            </a:extLst>
          </p:cNvPr>
          <p:cNvSpPr/>
          <p:nvPr userDrawn="1"/>
        </p:nvSpPr>
        <p:spPr>
          <a:xfrm>
            <a:off x="1324336" y="9428757"/>
            <a:ext cx="254000" cy="791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LEGENDA 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DF39C51-8AED-88A5-267F-2E9C6F1F792A}"/>
              </a:ext>
            </a:extLst>
          </p:cNvPr>
          <p:cNvSpPr txBox="1"/>
          <p:nvPr userDrawn="1"/>
        </p:nvSpPr>
        <p:spPr>
          <a:xfrm>
            <a:off x="8186868" y="9664438"/>
            <a:ext cx="3744000" cy="27699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Criticità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gestibili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senza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necessità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 escalation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67662763-2766-BA74-1290-AF0D0A290379}"/>
              </a:ext>
            </a:extLst>
          </p:cNvPr>
          <p:cNvSpPr txBox="1"/>
          <p:nvPr userDrawn="1"/>
        </p:nvSpPr>
        <p:spPr>
          <a:xfrm>
            <a:off x="8186868" y="9906472"/>
            <a:ext cx="3744000" cy="27699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Criticità rilevanti con escalation da avviare o in corso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A39F70FF-E233-C8F9-7D31-6608BFBEC9ED}"/>
              </a:ext>
            </a:extLst>
          </p:cNvPr>
          <p:cNvSpPr txBox="1"/>
          <p:nvPr userDrawn="1"/>
        </p:nvSpPr>
        <p:spPr>
          <a:xfrm>
            <a:off x="3995123" y="9864874"/>
            <a:ext cx="2865202" cy="27699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Attività completata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2E727080-9155-5995-6A8D-3A6CB2AC0191}"/>
              </a:ext>
            </a:extLst>
          </p:cNvPr>
          <p:cNvSpPr txBox="1"/>
          <p:nvPr userDrawn="1"/>
        </p:nvSpPr>
        <p:spPr>
          <a:xfrm>
            <a:off x="8186868" y="9422402"/>
            <a:ext cx="3744000" cy="27699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6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Nessuna criticità rilevante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F158ED-EE37-33E5-79F0-5CDE34DC57CF}"/>
              </a:ext>
            </a:extLst>
          </p:cNvPr>
          <p:cNvSpPr/>
          <p:nvPr userDrawn="1"/>
        </p:nvSpPr>
        <p:spPr>
          <a:xfrm>
            <a:off x="1697674" y="9502473"/>
            <a:ext cx="1224000" cy="14968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Analisi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63603B-3B23-EB80-BE8A-754836FE65A7}"/>
              </a:ext>
            </a:extLst>
          </p:cNvPr>
          <p:cNvSpPr/>
          <p:nvPr userDrawn="1"/>
        </p:nvSpPr>
        <p:spPr>
          <a:xfrm>
            <a:off x="1697674" y="9744003"/>
            <a:ext cx="1224000" cy="14968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Sviluppo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1336340-2C7C-05E9-4248-747F4E297C74}"/>
              </a:ext>
            </a:extLst>
          </p:cNvPr>
          <p:cNvSpPr/>
          <p:nvPr userDrawn="1"/>
        </p:nvSpPr>
        <p:spPr>
          <a:xfrm>
            <a:off x="1697674" y="9985533"/>
            <a:ext cx="1224000" cy="14968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Test/UAT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lowchart: Connector 16">
            <a:extLst>
              <a:ext uri="{FF2B5EF4-FFF2-40B4-BE49-F238E27FC236}">
                <a16:creationId xmlns:a16="http://schemas.microsoft.com/office/drawing/2014/main" id="{00A9C102-F718-4F47-E799-2AD4293ED2C0}"/>
              </a:ext>
            </a:extLst>
          </p:cNvPr>
          <p:cNvSpPr/>
          <p:nvPr userDrawn="1"/>
        </p:nvSpPr>
        <p:spPr>
          <a:xfrm>
            <a:off x="7949399" y="9748752"/>
            <a:ext cx="129986" cy="129600"/>
          </a:xfrm>
          <a:prstGeom prst="flowChartConnector">
            <a:avLst/>
          </a:prstGeom>
          <a:solidFill>
            <a:srgbClr val="FFC62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lowchart: Connector 16">
            <a:extLst>
              <a:ext uri="{FF2B5EF4-FFF2-40B4-BE49-F238E27FC236}">
                <a16:creationId xmlns:a16="http://schemas.microsoft.com/office/drawing/2014/main" id="{2EC706D7-4F0A-2DB2-EC06-A5251A508D86}"/>
              </a:ext>
            </a:extLst>
          </p:cNvPr>
          <p:cNvSpPr/>
          <p:nvPr userDrawn="1"/>
        </p:nvSpPr>
        <p:spPr>
          <a:xfrm>
            <a:off x="7949399" y="9991138"/>
            <a:ext cx="129986" cy="129600"/>
          </a:xfrm>
          <a:prstGeom prst="flowChartConnector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lowchart: Connector 16">
            <a:extLst>
              <a:ext uri="{FF2B5EF4-FFF2-40B4-BE49-F238E27FC236}">
                <a16:creationId xmlns:a16="http://schemas.microsoft.com/office/drawing/2014/main" id="{3007340A-47F9-CF82-6554-78BABB20B0B8}"/>
              </a:ext>
            </a:extLst>
          </p:cNvPr>
          <p:cNvSpPr/>
          <p:nvPr userDrawn="1"/>
        </p:nvSpPr>
        <p:spPr>
          <a:xfrm>
            <a:off x="7949399" y="9508828"/>
            <a:ext cx="129986" cy="129600"/>
          </a:xfrm>
          <a:prstGeom prst="flowChartConnector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371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Elemento grafico 84" descr="Segnale di divieto con riempimento a tinta unita">
            <a:extLst>
              <a:ext uri="{FF2B5EF4-FFF2-40B4-BE49-F238E27FC236}">
                <a16:creationId xmlns:a16="http://schemas.microsoft.com/office/drawing/2014/main" id="{6B33700E-6634-7A0F-2B2E-63EEACFA6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8282" y="9494962"/>
            <a:ext cx="288000" cy="288000"/>
          </a:xfrm>
          <a:prstGeom prst="rect">
            <a:avLst/>
          </a:prstGeom>
        </p:spPr>
      </p:pic>
      <p:sp>
        <p:nvSpPr>
          <p:cNvPr id="30" name="Rectangle 105">
            <a:extLst>
              <a:ext uri="{FF2B5EF4-FFF2-40B4-BE49-F238E27FC236}">
                <a16:creationId xmlns:a16="http://schemas.microsoft.com/office/drawing/2014/main" id="{6CE9002A-9C85-4ADF-2E93-CBA515EA6CA6}"/>
              </a:ext>
            </a:extLst>
          </p:cNvPr>
          <p:cNvSpPr/>
          <p:nvPr userDrawn="1"/>
        </p:nvSpPr>
        <p:spPr>
          <a:xfrm>
            <a:off x="5209911" y="9463154"/>
            <a:ext cx="1757898" cy="337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1" u="none" strike="noStrike" kern="1200" cap="none" spc="0" normalizeH="0" baseline="0" noProof="0" err="1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Arial"/>
              </a:rPr>
              <a:t>Blocker</a:t>
            </a:r>
            <a:endParaRPr kumimoji="0" lang="it-IT" sz="1200" b="0" i="1" u="none" strike="noStrike" kern="1200" cap="none" spc="0" normalizeH="0" baseline="0" noProof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02B41BE-BA32-753E-92B5-5FFA2DEA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14" y="93909"/>
            <a:ext cx="16459200" cy="76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91440" tIns="45720" rIns="91440" bIns="45720" anchor="ctr" anchorCtr="0">
            <a:normAutofit/>
          </a:bodyPr>
          <a:lstStyle>
            <a:lvl1pPr algn="l">
              <a:defRPr sz="4000" b="0" i="0" u="none" cap="none" baseline="0">
                <a:solidFill>
                  <a:srgbClr val="FF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120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>
            <a:extLst>
              <a:ext uri="{FF2B5EF4-FFF2-40B4-BE49-F238E27FC236}">
                <a16:creationId xmlns:a16="http://schemas.microsoft.com/office/drawing/2014/main" id="{74A997BD-A04A-4B08-A4A8-F7A2244041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" y="1"/>
            <a:ext cx="19050" cy="1905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3114" y="173419"/>
            <a:ext cx="16459200" cy="76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91440" tIns="45720" rIns="91440" bIns="45720" anchor="ctr" anchorCtr="0">
            <a:normAutofit/>
          </a:bodyPr>
          <a:lstStyle>
            <a:lvl1pPr algn="l">
              <a:defRPr sz="4000" b="0" i="0" u="none" cap="none" baseline="0">
                <a:solidFill>
                  <a:srgbClr val="FF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de-DE"/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7F5F7274-3655-833C-7C25-CF64BAE7035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221" y="941252"/>
          <a:ext cx="18017666" cy="834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800">
                  <a:extLst>
                    <a:ext uri="{9D8B030D-6E8A-4147-A177-3AD203B41FA5}">
                      <a16:colId xmlns:a16="http://schemas.microsoft.com/office/drawing/2014/main" val="1115034091"/>
                    </a:ext>
                  </a:extLst>
                </a:gridCol>
                <a:gridCol w="2724624">
                  <a:extLst>
                    <a:ext uri="{9D8B030D-6E8A-4147-A177-3AD203B41FA5}">
                      <a16:colId xmlns:a16="http://schemas.microsoft.com/office/drawing/2014/main" val="3814138560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172699821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059434632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545433829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683233056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720283113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1956884792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22664610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286587739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3389561535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932318665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4156403339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85043812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533434810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798777985"/>
                    </a:ext>
                  </a:extLst>
                </a:gridCol>
                <a:gridCol w="731516">
                  <a:extLst>
                    <a:ext uri="{9D8B030D-6E8A-4147-A177-3AD203B41FA5}">
                      <a16:colId xmlns:a16="http://schemas.microsoft.com/office/drawing/2014/main" val="2470948016"/>
                    </a:ext>
                  </a:extLst>
                </a:gridCol>
                <a:gridCol w="2923502">
                  <a:extLst>
                    <a:ext uri="{9D8B030D-6E8A-4147-A177-3AD203B41FA5}">
                      <a16:colId xmlns:a16="http://schemas.microsoft.com/office/drawing/2014/main" val="461459302"/>
                    </a:ext>
                  </a:extLst>
                </a:gridCol>
              </a:tblGrid>
              <a:tr h="697836"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Demand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Titolo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Dic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Gen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Mar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Apr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Mag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Giu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Lug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Ago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Set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Ott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Nov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Dic</a:t>
                      </a:r>
                      <a:endParaRPr lang="it-IT" sz="1600" b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Rag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Note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6122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1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it-IT" sz="1600" b="0" i="0" u="none" strike="noStrike" cap="non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rtl="0" eaLnBrk="0" fontAlgn="base" latinLnBrk="0" hangingPunct="0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it-IT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835009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8" rtl="0" eaLnBrk="1" fontAlgn="ctr" latinLnBrk="0" hangingPunct="1">
                        <a:buNone/>
                      </a:pP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37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8" rtl="0" eaLnBrk="1" fontAlgn="ctr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12603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1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it-IT" sz="1600" b="0" i="0" u="none" strike="noStrike" cap="non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rtl="0" eaLnBrk="0" fontAlgn="base" latinLnBrk="0" hangingPunct="0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it-IT" sz="1600" b="0" i="0" u="none" strike="noStrike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914977"/>
                  </a:ext>
                </a:extLst>
              </a:tr>
              <a:tr h="19109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it-IT" sz="1600" b="1" i="0" u="none" strike="noStrike" kern="120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6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4708" marR="18470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it-IT" sz="1600" b="0" i="0" u="none" strike="noStrike" cap="non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7272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rtl="0" eaLnBrk="0" fontAlgn="base" latinLnBrk="0" hangingPunct="0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it-IT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720" marR="7272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5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076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297FA01E-24AC-49D4-8C41-C51389DC6FF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" y="1"/>
            <a:ext cx="19050" cy="1905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11956"/>
            <a:ext cx="16459200" cy="1059136"/>
          </a:xfrm>
          <a:noFill/>
          <a:ln>
            <a:noFill/>
          </a:ln>
        </p:spPr>
        <p:txBody>
          <a:bodyPr>
            <a:normAutofit/>
          </a:bodyPr>
          <a:lstStyle>
            <a:lvl1pPr algn="l">
              <a:defRPr sz="48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1579104"/>
            <a:ext cx="164592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41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hea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3" y="2383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3" y="2383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38126" cy="238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en-US" sz="5400" b="0" i="0" baseline="0">
              <a:latin typeface="Chronicle Display Black"/>
              <a:sym typeface="Chronicle Display Black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1207008"/>
            <a:ext cx="5021086" cy="2993704"/>
          </a:xfrm>
        </p:spPr>
        <p:txBody>
          <a:bodyPr vert="horz" rIns="0"/>
          <a:lstStyle>
            <a:lvl1pPr>
              <a:defRPr lang="en-US" sz="5400" spc="-112" dirty="0">
                <a:latin typeface="Chronicle Display Black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371603" y="4114801"/>
            <a:ext cx="5033962" cy="1754982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92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Principa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23EBE529-CA31-9949-BE59-8446479EE3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408" y="2280533"/>
            <a:ext cx="516800" cy="1059018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41B2E585-F3C1-3C40-9C21-F69290FD3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7200" y="5244664"/>
            <a:ext cx="9648828" cy="10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50000"/>
              </a:lnSpc>
              <a:buNone/>
              <a:defRPr sz="4400" spc="0">
                <a:solidFill>
                  <a:schemeClr val="bg1"/>
                </a:solidFill>
              </a:defRPr>
            </a:lvl1pPr>
            <a:lvl2pPr marL="914378" indent="0" algn="ctr">
              <a:buNone/>
              <a:defRPr sz="4000"/>
            </a:lvl2pPr>
            <a:lvl3pPr marL="1828756" indent="0" algn="ctr">
              <a:buNone/>
              <a:defRPr sz="3600"/>
            </a:lvl3pPr>
            <a:lvl4pPr marL="2743132" indent="0" algn="ctr">
              <a:buNone/>
              <a:defRPr sz="3200"/>
            </a:lvl4pPr>
            <a:lvl5pPr marL="3657508" indent="0" algn="ctr">
              <a:buNone/>
              <a:defRPr sz="3200"/>
            </a:lvl5pPr>
            <a:lvl6pPr marL="4571886" indent="0" algn="ctr">
              <a:buNone/>
              <a:defRPr sz="3200"/>
            </a:lvl6pPr>
            <a:lvl7pPr marL="5486264" indent="0" algn="ctr">
              <a:buNone/>
              <a:defRPr sz="3200"/>
            </a:lvl7pPr>
            <a:lvl8pPr marL="6400640" indent="0" algn="ctr">
              <a:buNone/>
              <a:defRPr sz="3200"/>
            </a:lvl8pPr>
            <a:lvl9pPr marL="7315018" indent="0" algn="ctr">
              <a:buNone/>
              <a:defRPr sz="3200"/>
            </a:lvl9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3E55FE-CCD1-B54A-902C-10F65F4376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0" y="2280532"/>
            <a:ext cx="9648828" cy="243117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4000"/>
              </a:lnSpc>
              <a:defRPr sz="9000" b="1">
                <a:solidFill>
                  <a:schemeClr val="bg1"/>
                </a:solidFill>
              </a:defRPr>
            </a:lvl1pPr>
          </a:lstStyle>
          <a:p>
            <a:r>
              <a:rPr lang="es-ES" err="1"/>
              <a:t>Corporate</a:t>
            </a:r>
            <a:r>
              <a:rPr lang="es-ES"/>
              <a:t> PPT</a:t>
            </a:r>
            <a:br>
              <a:rPr lang="es-ES"/>
            </a:br>
            <a:r>
              <a:rPr lang="es-ES" err="1"/>
              <a:t>Titolo</a:t>
            </a:r>
            <a:r>
              <a:rPr lang="es-ES"/>
              <a:t>/</a:t>
            </a:r>
            <a:r>
              <a:rPr lang="es-ES" err="1"/>
              <a:t>Progetto</a:t>
            </a:r>
            <a:endParaRPr lang="es-ES"/>
          </a:p>
        </p:txBody>
      </p:sp>
      <p:sp>
        <p:nvSpPr>
          <p:cNvPr id="24" name="Marcador de fecha 3">
            <a:extLst>
              <a:ext uri="{FF2B5EF4-FFF2-40B4-BE49-F238E27FC236}">
                <a16:creationId xmlns:a16="http://schemas.microsoft.com/office/drawing/2014/main" id="{565168C7-3273-4843-92D7-0D9078A11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7201" y="9089809"/>
            <a:ext cx="2952750" cy="549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B57D0BB-2696-44E6-9F8C-10D8925DD4B3}" type="datetime4">
              <a:rPr lang="it-IT" smtClean="0"/>
              <a:t>22 luglio 2026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0074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econdar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E55FE-CCD1-B54A-902C-10F65F4376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0" y="2280532"/>
            <a:ext cx="9648828" cy="243117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4000"/>
              </a:lnSpc>
              <a:defRPr sz="9000" b="1">
                <a:solidFill>
                  <a:schemeClr val="tx1"/>
                </a:solidFill>
              </a:defRPr>
            </a:lvl1pPr>
          </a:lstStyle>
          <a:p>
            <a:r>
              <a:rPr lang="es-ES" err="1"/>
              <a:t>Grazie</a:t>
            </a:r>
            <a:br>
              <a:rPr lang="es-ES"/>
            </a:br>
            <a:r>
              <a:rPr lang="es-ES"/>
              <a:t>per </a:t>
            </a:r>
            <a:r>
              <a:rPr lang="es-ES" err="1"/>
              <a:t>l’attenzione</a:t>
            </a:r>
            <a:r>
              <a:rPr lang="es-ES"/>
              <a:t>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B2E585-F3C1-3C40-9C21-F69290FD3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7200" y="5244664"/>
            <a:ext cx="9648828" cy="10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50000"/>
              </a:lnSpc>
              <a:buNone/>
              <a:defRPr sz="4400" spc="0">
                <a:solidFill>
                  <a:schemeClr val="tx1"/>
                </a:solidFill>
              </a:defRPr>
            </a:lvl1pPr>
            <a:lvl2pPr marL="914378" indent="0" algn="ctr">
              <a:buNone/>
              <a:defRPr sz="4000"/>
            </a:lvl2pPr>
            <a:lvl3pPr marL="1828756" indent="0" algn="ctr">
              <a:buNone/>
              <a:defRPr sz="3600"/>
            </a:lvl3pPr>
            <a:lvl4pPr marL="2743132" indent="0" algn="ctr">
              <a:buNone/>
              <a:defRPr sz="3200"/>
            </a:lvl4pPr>
            <a:lvl5pPr marL="3657508" indent="0" algn="ctr">
              <a:buNone/>
              <a:defRPr sz="3200"/>
            </a:lvl5pPr>
            <a:lvl6pPr marL="4571886" indent="0" algn="ctr">
              <a:buNone/>
              <a:defRPr sz="3200"/>
            </a:lvl6pPr>
            <a:lvl7pPr marL="5486264" indent="0" algn="ctr">
              <a:buNone/>
              <a:defRPr sz="3200"/>
            </a:lvl7pPr>
            <a:lvl8pPr marL="6400640" indent="0" algn="ctr">
              <a:buNone/>
              <a:defRPr sz="3200"/>
            </a:lvl8pPr>
            <a:lvl9pPr marL="7315018" indent="0" algn="ctr">
              <a:buNone/>
              <a:defRPr sz="3200"/>
            </a:lvl9pPr>
          </a:lstStyle>
          <a:p>
            <a:r>
              <a:rPr lang="es-ES" err="1"/>
              <a:t>Rimaniamo</a:t>
            </a:r>
            <a:r>
              <a:rPr lang="es-ES"/>
              <a:t> in </a:t>
            </a:r>
            <a:r>
              <a:rPr lang="es-ES" err="1"/>
              <a:t>contatto</a:t>
            </a:r>
            <a:r>
              <a:rPr lang="es-ES"/>
              <a:t>!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30A53C-59BC-FF4E-803F-7590EFE0E973}"/>
              </a:ext>
            </a:extLst>
          </p:cNvPr>
          <p:cNvSpPr txBox="1"/>
          <p:nvPr userDrawn="1"/>
        </p:nvSpPr>
        <p:spPr>
          <a:xfrm>
            <a:off x="1727201" y="8069530"/>
            <a:ext cx="2952750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2400" b="1"/>
              <a:t>SisalPay S.p.A.</a:t>
            </a:r>
          </a:p>
          <a:p>
            <a:r>
              <a:rPr lang="it-IT" sz="2400"/>
              <a:t>Via A. di Tocqueville, 13</a:t>
            </a:r>
          </a:p>
          <a:p>
            <a:r>
              <a:rPr lang="it-IT" sz="2400"/>
              <a:t>20154 Milano</a:t>
            </a:r>
          </a:p>
          <a:p>
            <a:r>
              <a:rPr lang="it-IT" sz="2400" b="1"/>
              <a:t>www.mooneygroup.it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04B4384-0042-FB48-AAD9-3D2301392C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057" y="2280533"/>
            <a:ext cx="529510" cy="10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712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gnaposto testo 6">
            <a:extLst>
              <a:ext uri="{FF2B5EF4-FFF2-40B4-BE49-F238E27FC236}">
                <a16:creationId xmlns:a16="http://schemas.microsoft.com/office/drawing/2014/main" id="{57D4B1CB-8E89-D34E-9E01-7EB71121D8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06703" y="2409938"/>
            <a:ext cx="688582" cy="55445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0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00 /</a:t>
            </a:r>
          </a:p>
        </p:txBody>
      </p:sp>
      <p:sp>
        <p:nvSpPr>
          <p:cNvPr id="34" name="Segnaposto testo 10">
            <a:extLst>
              <a:ext uri="{FF2B5EF4-FFF2-40B4-BE49-F238E27FC236}">
                <a16:creationId xmlns:a16="http://schemas.microsoft.com/office/drawing/2014/main" id="{1EF9C219-EADE-3B49-B073-4C2747B870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532" y="2409833"/>
            <a:ext cx="5187696" cy="55435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Testo</a:t>
            </a:r>
            <a:br>
              <a:rPr lang="it-IT"/>
            </a:br>
            <a:endParaRPr lang="it-IT"/>
          </a:p>
        </p:txBody>
      </p:sp>
      <p:sp>
        <p:nvSpPr>
          <p:cNvPr id="35" name="Segnaposto testo 6">
            <a:extLst>
              <a:ext uri="{FF2B5EF4-FFF2-40B4-BE49-F238E27FC236}">
                <a16:creationId xmlns:a16="http://schemas.microsoft.com/office/drawing/2014/main" id="{F9E92E78-53B9-2F49-BDB8-8997EA04D9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2779" y="2409938"/>
            <a:ext cx="688582" cy="55445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0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00 /</a:t>
            </a:r>
          </a:p>
        </p:txBody>
      </p:sp>
      <p:sp>
        <p:nvSpPr>
          <p:cNvPr id="36" name="Segnaposto testo 10">
            <a:extLst>
              <a:ext uri="{FF2B5EF4-FFF2-40B4-BE49-F238E27FC236}">
                <a16:creationId xmlns:a16="http://schemas.microsoft.com/office/drawing/2014/main" id="{F6F97346-8604-A94D-932C-55F158AF5E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3611" y="2409833"/>
            <a:ext cx="5187690" cy="55435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Font di sistema"/>
              <a:buNone/>
              <a:defRPr sz="2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/>
              <a:t>Testo</a:t>
            </a:r>
          </a:p>
        </p:txBody>
      </p:sp>
      <p:sp>
        <p:nvSpPr>
          <p:cNvPr id="14" name="Segnaposto data 13">
            <a:extLst>
              <a:ext uri="{FF2B5EF4-FFF2-40B4-BE49-F238E27FC236}">
                <a16:creationId xmlns:a16="http://schemas.microsoft.com/office/drawing/2014/main" id="{557E0093-5401-BD46-9504-0142F7DB28A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FDE3E4D2-6AA6-154B-96E3-CAE02C3D4BF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60984B8-1395-5545-8AB6-FF89F36D645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5E26CE70-1386-AE44-A174-F8835440D9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1" y="751167"/>
            <a:ext cx="8067678" cy="790574"/>
          </a:xfrm>
        </p:spPr>
        <p:txBody>
          <a:bodyPr anchor="ctr"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3F5DD-86D7-44A6-8238-D96D253BA3A5}"/>
              </a:ext>
            </a:extLst>
          </p:cNvPr>
          <p:cNvGrpSpPr/>
          <p:nvPr userDrawn="1"/>
        </p:nvGrpSpPr>
        <p:grpSpPr>
          <a:xfrm>
            <a:off x="-1252659" y="1833578"/>
            <a:ext cx="800694" cy="6173464"/>
            <a:chOff x="-1981200" y="1269158"/>
            <a:chExt cx="678353" cy="58903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319AC7-2870-495B-AEF5-392C994DD053}"/>
                </a:ext>
              </a:extLst>
            </p:cNvPr>
            <p:cNvSpPr/>
            <p:nvPr/>
          </p:nvSpPr>
          <p:spPr>
            <a:xfrm>
              <a:off x="-1981200" y="1269158"/>
              <a:ext cx="665394" cy="558000"/>
            </a:xfrm>
            <a:prstGeom prst="rect">
              <a:avLst/>
            </a:prstGeom>
            <a:solidFill>
              <a:srgbClr val="00B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7DB56D-FA86-4543-BCC9-42E2DE437467}"/>
                </a:ext>
              </a:extLst>
            </p:cNvPr>
            <p:cNvSpPr/>
            <p:nvPr/>
          </p:nvSpPr>
          <p:spPr>
            <a:xfrm>
              <a:off x="-1981200" y="2067034"/>
              <a:ext cx="665394" cy="558000"/>
            </a:xfrm>
            <a:prstGeom prst="rect">
              <a:avLst/>
            </a:prstGeom>
            <a:solidFill>
              <a:srgbClr val="4DA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9D8EBC-C669-4E7E-B43E-837712733FEF}"/>
                </a:ext>
              </a:extLst>
            </p:cNvPr>
            <p:cNvSpPr/>
            <p:nvPr/>
          </p:nvSpPr>
          <p:spPr>
            <a:xfrm>
              <a:off x="-1981200" y="2864910"/>
              <a:ext cx="665394" cy="558000"/>
            </a:xfrm>
            <a:prstGeom prst="rect">
              <a:avLst/>
            </a:prstGeom>
            <a:solidFill>
              <a:srgbClr val="7FD8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4F8D161-1E2D-4AD7-8EB8-DE56C05A2D4B}"/>
                </a:ext>
              </a:extLst>
            </p:cNvPr>
            <p:cNvSpPr/>
            <p:nvPr/>
          </p:nvSpPr>
          <p:spPr>
            <a:xfrm>
              <a:off x="-1981200" y="5168256"/>
              <a:ext cx="665394" cy="558000"/>
            </a:xfrm>
            <a:prstGeom prst="rect">
              <a:avLst/>
            </a:prstGeom>
            <a:solidFill>
              <a:srgbClr val="CDD8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1CDA55-CB8F-48EE-9784-614DA1ED4695}"/>
                </a:ext>
              </a:extLst>
            </p:cNvPr>
            <p:cNvSpPr/>
            <p:nvPr/>
          </p:nvSpPr>
          <p:spPr>
            <a:xfrm>
              <a:off x="-1968241" y="3662786"/>
              <a:ext cx="665394" cy="558000"/>
            </a:xfrm>
            <a:prstGeom prst="rect">
              <a:avLst/>
            </a:prstGeom>
            <a:solidFill>
              <a:srgbClr val="CCF0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A9FF7B7-C9A3-4570-A830-EEC1D45FDB5E}"/>
                </a:ext>
              </a:extLst>
            </p:cNvPr>
            <p:cNvSpPr/>
            <p:nvPr/>
          </p:nvSpPr>
          <p:spPr>
            <a:xfrm>
              <a:off x="-1981200" y="4445738"/>
              <a:ext cx="665394" cy="558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418423-DA8C-449B-A5AE-32D7B97625A3}"/>
                </a:ext>
              </a:extLst>
            </p:cNvPr>
            <p:cNvSpPr/>
            <p:nvPr/>
          </p:nvSpPr>
          <p:spPr>
            <a:xfrm>
              <a:off x="-1968241" y="5918600"/>
              <a:ext cx="665394" cy="558000"/>
            </a:xfrm>
            <a:prstGeom prst="rect">
              <a:avLst/>
            </a:prstGeom>
            <a:solidFill>
              <a:srgbClr val="9B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36F713-7269-45F0-8002-732982107320}"/>
                </a:ext>
              </a:extLst>
            </p:cNvPr>
            <p:cNvSpPr/>
            <p:nvPr/>
          </p:nvSpPr>
          <p:spPr>
            <a:xfrm>
              <a:off x="-1968241" y="6601532"/>
              <a:ext cx="665394" cy="5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</p:grpSp>
    </p:spTree>
    <p:extLst>
      <p:ext uri="{BB962C8B-B14F-4D97-AF65-F5344CB8AC3E}">
        <p14:creationId xmlns:p14="http://schemas.microsoft.com/office/powerpoint/2010/main" val="10761383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– Sezi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FC266B94-8764-5D49-944A-F65565A08E6C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1EFCDE6E-803A-5A4F-98E5-36601E5B4E00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4" name="Figura a mano libera 23">
              <a:extLst>
                <a:ext uri="{FF2B5EF4-FFF2-40B4-BE49-F238E27FC236}">
                  <a16:creationId xmlns:a16="http://schemas.microsoft.com/office/drawing/2014/main" id="{C4462E07-28AB-E141-9BF7-EBFBD0C641D6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BE7D0F12-8F3D-0C4E-8087-1067C7C79C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76031" y="5747663"/>
            <a:ext cx="6194426" cy="3168650"/>
          </a:xfrm>
        </p:spPr>
        <p:txBody>
          <a:bodyPr lIns="0" tIns="0" rIns="0" bIns="0" anchor="ctr" anchorCtr="0">
            <a:noAutofit/>
          </a:bodyPr>
          <a:lstStyle>
            <a:lvl1pPr marL="0" indent="0" algn="r">
              <a:buNone/>
              <a:defRPr sz="38000" b="1" i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00</a:t>
            </a:r>
          </a:p>
        </p:txBody>
      </p:sp>
      <p:sp>
        <p:nvSpPr>
          <p:cNvPr id="13" name="Marcador de texto 6">
            <a:extLst>
              <a:ext uri="{FF2B5EF4-FFF2-40B4-BE49-F238E27FC236}">
                <a16:creationId xmlns:a16="http://schemas.microsoft.com/office/drawing/2014/main" id="{D1C96FE6-400A-D340-8FAD-442A7A147B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2680" y="2459205"/>
            <a:ext cx="13778624" cy="79375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lang="es-ES" sz="96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Sezione</a:t>
            </a:r>
            <a:r>
              <a:rPr lang="es-ES"/>
              <a:t> </a:t>
            </a:r>
            <a:r>
              <a:rPr lang="es-ES" err="1"/>
              <a:t>principale</a:t>
            </a:r>
            <a:endParaRPr lang="es-ES"/>
          </a:p>
        </p:txBody>
      </p: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D1C9B9BD-6717-584D-A12A-5F1E8FDC0389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piè di pagina 15">
            <a:extLst>
              <a:ext uri="{FF2B5EF4-FFF2-40B4-BE49-F238E27FC236}">
                <a16:creationId xmlns:a16="http://schemas.microsoft.com/office/drawing/2014/main" id="{E7DFA668-B915-274D-9B2F-1D2B58A323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A533E6B0-4B4F-2D47-9C11-FF86CCA289F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21" name="Marcador de texto 12">
            <a:extLst>
              <a:ext uri="{FF2B5EF4-FFF2-40B4-BE49-F238E27FC236}">
                <a16:creationId xmlns:a16="http://schemas.microsoft.com/office/drawing/2014/main" id="{491660F0-C608-FE45-8985-B315D82FF2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2680" y="3529279"/>
            <a:ext cx="13778624" cy="45629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40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1CCE94C-CFB3-9944-A478-07140CB7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9" y="2280533"/>
            <a:ext cx="529510" cy="10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076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– Sottosezione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5CB37EF6-E803-0844-A3C1-8E2991B5EF66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C2601060-399B-0E42-8908-494BF1F982B5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4" name="Figura a mano libera 23">
              <a:extLst>
                <a:ext uri="{FF2B5EF4-FFF2-40B4-BE49-F238E27FC236}">
                  <a16:creationId xmlns:a16="http://schemas.microsoft.com/office/drawing/2014/main" id="{6ABDD424-5C04-DD42-BBFF-C93BAE0DED3A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BE7D0F12-8F3D-0C4E-8087-1067C7C79C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76031" y="5747663"/>
            <a:ext cx="6194426" cy="3168650"/>
          </a:xfrm>
        </p:spPr>
        <p:txBody>
          <a:bodyPr lIns="0" tIns="0" rIns="0" bIns="0" anchor="ctr" anchorCtr="0">
            <a:noAutofit/>
          </a:bodyPr>
          <a:lstStyle>
            <a:lvl1pPr marL="0" indent="0" algn="r">
              <a:buNone/>
              <a:defRPr sz="380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00</a:t>
            </a:r>
          </a:p>
        </p:txBody>
      </p:sp>
      <p:sp>
        <p:nvSpPr>
          <p:cNvPr id="13" name="Marcador de texto 6">
            <a:extLst>
              <a:ext uri="{FF2B5EF4-FFF2-40B4-BE49-F238E27FC236}">
                <a16:creationId xmlns:a16="http://schemas.microsoft.com/office/drawing/2014/main" id="{D1C96FE6-400A-D340-8FAD-442A7A147B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2680" y="2459205"/>
            <a:ext cx="13778624" cy="79375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lang="es-ES" sz="96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Sottosezione</a:t>
            </a:r>
            <a:endParaRPr lang="es-ES"/>
          </a:p>
        </p:txBody>
      </p: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D1C9B9BD-6717-584D-A12A-5F1E8FDC0389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egnaposto piè di pagina 15">
            <a:extLst>
              <a:ext uri="{FF2B5EF4-FFF2-40B4-BE49-F238E27FC236}">
                <a16:creationId xmlns:a16="http://schemas.microsoft.com/office/drawing/2014/main" id="{E7DFA668-B915-274D-9B2F-1D2B58A3233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A533E6B0-4B4F-2D47-9C11-FF86CCA289F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4CB1862E-DC99-134A-8EBA-691A2A314A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2680" y="3529279"/>
            <a:ext cx="13778624" cy="45629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40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9" name="Marcador de texto 12">
            <a:extLst>
              <a:ext uri="{FF2B5EF4-FFF2-40B4-BE49-F238E27FC236}">
                <a16:creationId xmlns:a16="http://schemas.microsoft.com/office/drawing/2014/main" id="{FCE3979F-266D-B34D-90BD-D6A0FC311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2680" y="1624075"/>
            <a:ext cx="13778624" cy="45629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Sezione</a:t>
            </a:r>
            <a:r>
              <a:rPr lang="es-ES"/>
              <a:t> </a:t>
            </a:r>
            <a:r>
              <a:rPr lang="es-ES" err="1"/>
              <a:t>principale</a:t>
            </a:r>
            <a:endParaRPr lang="es-ES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FB939F4A-497E-6A4A-BE87-1C9CEA871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9" y="2280533"/>
            <a:ext cx="529510" cy="105901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53C43147-3C12-4403-88B4-1E6D2CD448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sto&amp;immag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o 29">
            <a:extLst>
              <a:ext uri="{FF2B5EF4-FFF2-40B4-BE49-F238E27FC236}">
                <a16:creationId xmlns:a16="http://schemas.microsoft.com/office/drawing/2014/main" id="{F001398B-58A6-1B4B-A5E9-13DC4D0DD5F8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4339D85E-3742-6945-B97A-918F5393C96A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32" name="Figura a mano libera 31">
              <a:extLst>
                <a:ext uri="{FF2B5EF4-FFF2-40B4-BE49-F238E27FC236}">
                  <a16:creationId xmlns:a16="http://schemas.microsoft.com/office/drawing/2014/main" id="{AE14869C-6030-FA44-85FE-EC6B1BEB5F45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5"/>
            <a:ext cx="8054424" cy="631961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58225D-ECF3-CA4F-A151-B5A63CA060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Segnaposto immagine 16">
            <a:extLst>
              <a:ext uri="{FF2B5EF4-FFF2-40B4-BE49-F238E27FC236}">
                <a16:creationId xmlns:a16="http://schemas.microsoft.com/office/drawing/2014/main" id="{122EC24F-7088-F241-90E2-E4EFBD6297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02776" y="637082"/>
            <a:ext cx="8785224" cy="8106868"/>
          </a:xfrm>
        </p:spPr>
        <p:txBody>
          <a:bodyPr vert="horz" anchor="ctr" anchorCtr="1"/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5"/>
            <a:ext cx="805442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DE038DF1-9964-42F7-A9F7-18999CB53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44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sto&amp;Icone&amp;Vis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immagine 16">
            <a:extLst>
              <a:ext uri="{FF2B5EF4-FFF2-40B4-BE49-F238E27FC236}">
                <a16:creationId xmlns:a16="http://schemas.microsoft.com/office/drawing/2014/main" id="{122EC24F-7088-F241-90E2-E4EFBD6297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404764" y="679452"/>
            <a:ext cx="7883236" cy="8064500"/>
          </a:xfrm>
        </p:spPr>
        <p:txBody>
          <a:bodyPr vert="horz" anchor="ctr" anchorCtr="1"/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5765BC33-F8BA-3841-8D04-D6C21339CDED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4361319B-68D0-7740-B1B5-78A4AD8DE2EF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3" name="Figura a mano libera 22">
              <a:extLst>
                <a:ext uri="{FF2B5EF4-FFF2-40B4-BE49-F238E27FC236}">
                  <a16:creationId xmlns:a16="http://schemas.microsoft.com/office/drawing/2014/main" id="{DC0F0199-495C-1543-87E5-13070E43A0C7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1092A6C-96C1-D94F-A4E6-2617C986A3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5"/>
            <a:ext cx="8054424" cy="631961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58225D-ECF3-CA4F-A151-B5A63CA060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9" name="Marcador de texto 12">
            <a:extLst>
              <a:ext uri="{FF2B5EF4-FFF2-40B4-BE49-F238E27FC236}">
                <a16:creationId xmlns:a16="http://schemas.microsoft.com/office/drawing/2014/main" id="{03BC3FC1-B9CB-6549-ACA5-B3EC92F536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5"/>
            <a:ext cx="805442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20" name="Segnaposto immagine 4">
            <a:extLst>
              <a:ext uri="{FF2B5EF4-FFF2-40B4-BE49-F238E27FC236}">
                <a16:creationId xmlns:a16="http://schemas.microsoft.com/office/drawing/2014/main" id="{29EC36D5-ECE2-AA47-9DDD-3058ACC85309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9677614" y="1699410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6" name="Segnaposto immagine 4">
            <a:extLst>
              <a:ext uri="{FF2B5EF4-FFF2-40B4-BE49-F238E27FC236}">
                <a16:creationId xmlns:a16="http://schemas.microsoft.com/office/drawing/2014/main" id="{DE3E79BA-4AE4-1D43-B08E-6E6F6F9870AC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9677614" y="328070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8" name="Segnaposto immagine 4">
            <a:extLst>
              <a:ext uri="{FF2B5EF4-FFF2-40B4-BE49-F238E27FC236}">
                <a16:creationId xmlns:a16="http://schemas.microsoft.com/office/drawing/2014/main" id="{95C6AD89-6453-234A-A187-5B6E0778B6C2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9677614" y="4861996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AE4A279F-5026-4551-8136-E6D4DB2D04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290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sto&amp;Tes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5"/>
            <a:ext cx="8054424" cy="6319610"/>
          </a:xfrm>
        </p:spPr>
        <p:txBody>
          <a:bodyPr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4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58225D-ECF3-CA4F-A151-B5A63CA060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6F4D3E4D-BC1E-F446-8B69-9A290D828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14586" y="2424345"/>
            <a:ext cx="8054424" cy="6319610"/>
          </a:xfrm>
        </p:spPr>
        <p:txBody>
          <a:bodyPr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3"/>
              </a:buBlip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C3849B2-AA3A-45DB-A4E4-FDA135EF737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658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6F4D3E4D-BC1E-F446-8B69-9A290D828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14586" y="3617653"/>
            <a:ext cx="3614116" cy="1525930"/>
          </a:xfrm>
        </p:spPr>
        <p:txBody>
          <a:bodyPr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22" name="Marcador de texto 12">
            <a:extLst>
              <a:ext uri="{FF2B5EF4-FFF2-40B4-BE49-F238E27FC236}">
                <a16:creationId xmlns:a16="http://schemas.microsoft.com/office/drawing/2014/main" id="{EB3EE3E9-49C1-3140-8B87-2CBD9C85EE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42502" y="3617575"/>
            <a:ext cx="3614116" cy="152593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25" name="Segnaposto immagine 4">
            <a:extLst>
              <a:ext uri="{FF2B5EF4-FFF2-40B4-BE49-F238E27FC236}">
                <a16:creationId xmlns:a16="http://schemas.microsoft.com/office/drawing/2014/main" id="{64D278D0-1A76-E942-801A-C10864390C97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0608844" y="2008834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6" name="Segnaposto immagine 4">
            <a:extLst>
              <a:ext uri="{FF2B5EF4-FFF2-40B4-BE49-F238E27FC236}">
                <a16:creationId xmlns:a16="http://schemas.microsoft.com/office/drawing/2014/main" id="{4AD68428-FA05-8F41-A9C5-C879A90882BD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039122" y="1990938"/>
            <a:ext cx="1425600" cy="1425600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FC6E92DE-447D-5342-A849-45C0953FE8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14586" y="7218025"/>
            <a:ext cx="3614116" cy="152593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sp>
        <p:nvSpPr>
          <p:cNvPr id="30" name="Marcador de texto 12">
            <a:extLst>
              <a:ext uri="{FF2B5EF4-FFF2-40B4-BE49-F238E27FC236}">
                <a16:creationId xmlns:a16="http://schemas.microsoft.com/office/drawing/2014/main" id="{37CD997C-0FDB-7647-9DF7-A3E955812A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942502" y="7217947"/>
            <a:ext cx="3614116" cy="1525930"/>
          </a:xfrm>
        </p:spPr>
        <p:txBody>
          <a:bodyPr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31" name="Segnaposto immagine 4">
            <a:extLst>
              <a:ext uri="{FF2B5EF4-FFF2-40B4-BE49-F238E27FC236}">
                <a16:creationId xmlns:a16="http://schemas.microsoft.com/office/drawing/2014/main" id="{C9FDAD53-80D0-114D-9946-92AFFD2D057C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10608844" y="5609206"/>
            <a:ext cx="1425600" cy="1425600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2" name="Segnaposto immagine 4">
            <a:extLst>
              <a:ext uri="{FF2B5EF4-FFF2-40B4-BE49-F238E27FC236}">
                <a16:creationId xmlns:a16="http://schemas.microsoft.com/office/drawing/2014/main" id="{B6B85B63-D299-4541-9E3A-141C6017509A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15039122" y="5591310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1" name="Marcador de texto 12">
            <a:extLst>
              <a:ext uri="{FF2B5EF4-FFF2-40B4-BE49-F238E27FC236}">
                <a16:creationId xmlns:a16="http://schemas.microsoft.com/office/drawing/2014/main" id="{0CC88370-670B-5240-A295-2CDB3F64FD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804" y="2424345"/>
            <a:ext cx="8054424" cy="6319610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24A20D21-DEAB-4A97-8A5C-6B6024FEFE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196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2F757B9A-6732-9E49-8945-32C4C0AB3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89464" y="2423666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6F4D3E4D-BC1E-F446-8B69-9A290D828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0946" y="2424347"/>
            <a:ext cx="4336004" cy="1525930"/>
          </a:xfrm>
        </p:spPr>
        <p:txBody>
          <a:bodyPr anchor="t"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AB19F939-DA56-4B44-A7E2-48BF028A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2" y="2432087"/>
            <a:ext cx="342412" cy="684822"/>
          </a:xfrm>
          <a:prstGeom prst="rect">
            <a:avLst/>
          </a:prstGeom>
        </p:spPr>
      </p:pic>
      <p:sp>
        <p:nvSpPr>
          <p:cNvPr id="23" name="Marcador de texto 12">
            <a:extLst>
              <a:ext uri="{FF2B5EF4-FFF2-40B4-BE49-F238E27FC236}">
                <a16:creationId xmlns:a16="http://schemas.microsoft.com/office/drawing/2014/main" id="{34CCC796-4280-B344-BDAA-E65E42BFB4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80946" y="4818141"/>
            <a:ext cx="4336004" cy="1525930"/>
          </a:xfrm>
        </p:spPr>
        <p:txBody>
          <a:bodyPr anchor="t"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28" name="Marcador de texto 12">
            <a:extLst>
              <a:ext uri="{FF2B5EF4-FFF2-40B4-BE49-F238E27FC236}">
                <a16:creationId xmlns:a16="http://schemas.microsoft.com/office/drawing/2014/main" id="{9A68CC77-F262-DF4A-A622-39C53563CA8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0946" y="7211937"/>
            <a:ext cx="4336004" cy="1525930"/>
          </a:xfrm>
        </p:spPr>
        <p:txBody>
          <a:bodyPr anchor="t"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DB611A86-CE31-2F47-93C9-734B542C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2" y="7214111"/>
            <a:ext cx="342412" cy="684822"/>
          </a:xfrm>
          <a:prstGeom prst="rect">
            <a:avLst/>
          </a:prstGeom>
        </p:spPr>
      </p:pic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39F5ABE3-5545-5F4B-B6B3-3E4A362D8F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220598" y="2424347"/>
            <a:ext cx="4336004" cy="1525930"/>
          </a:xfrm>
        </p:spPr>
        <p:txBody>
          <a:bodyPr anchor="t"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B49CF44F-2CB6-B546-B14F-CC37E031FC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220598" y="4818141"/>
            <a:ext cx="4336004" cy="1525930"/>
          </a:xfrm>
        </p:spPr>
        <p:txBody>
          <a:bodyPr anchor="t"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D6D16517-E65F-E54F-AB39-81D300D99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054" y="4820315"/>
            <a:ext cx="342412" cy="684822"/>
          </a:xfrm>
          <a:prstGeom prst="rect">
            <a:avLst/>
          </a:prstGeom>
        </p:spPr>
      </p:pic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E58B0A03-8E52-884B-9D16-AB92951AF3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220598" y="7211937"/>
            <a:ext cx="4336004" cy="1525930"/>
          </a:xfrm>
        </p:spPr>
        <p:txBody>
          <a:bodyPr anchor="t">
            <a:noAutofit/>
          </a:bodyPr>
          <a:lstStyle>
            <a:lvl1pPr marL="359984" marR="0" indent="-359984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Blip>
                <a:blip r:embed="rId2"/>
              </a:buBlip>
              <a:tabLst/>
              <a:defRPr sz="20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  <a:p>
            <a:r>
              <a:rPr lang="es-ES"/>
              <a:t>Testo</a:t>
            </a:r>
          </a:p>
        </p:txBody>
      </p:sp>
      <p:pic>
        <p:nvPicPr>
          <p:cNvPr id="44" name="Immagine 43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213C9F80-34E1-5A4F-98A8-6E9EA06D9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054" y="2418098"/>
            <a:ext cx="342412" cy="701664"/>
          </a:xfrm>
          <a:prstGeom prst="rect">
            <a:avLst/>
          </a:prstGeom>
        </p:spPr>
      </p:pic>
      <p:pic>
        <p:nvPicPr>
          <p:cNvPr id="46" name="Immagine 45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7D8F1421-5247-984C-AD04-F2933D564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054" y="7216980"/>
            <a:ext cx="342412" cy="701664"/>
          </a:xfrm>
          <a:prstGeom prst="rect">
            <a:avLst/>
          </a:prstGeom>
        </p:spPr>
      </p:pic>
      <p:pic>
        <p:nvPicPr>
          <p:cNvPr id="48" name="Immagine 47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2E3A3A08-C5E9-EA4B-B6F5-3A5A792AE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2" y="4811892"/>
            <a:ext cx="342412" cy="701664"/>
          </a:xfrm>
          <a:prstGeom prst="rect">
            <a:avLst/>
          </a:prstGeom>
        </p:spPr>
      </p:pic>
      <p:sp>
        <p:nvSpPr>
          <p:cNvPr id="49" name="Marcador de texto 12">
            <a:extLst>
              <a:ext uri="{FF2B5EF4-FFF2-40B4-BE49-F238E27FC236}">
                <a16:creationId xmlns:a16="http://schemas.microsoft.com/office/drawing/2014/main" id="{80F29E0F-C37B-EF4F-87C8-6EEB69C32C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89464" y="4796882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0" name="Marcador de texto 12">
            <a:extLst>
              <a:ext uri="{FF2B5EF4-FFF2-40B4-BE49-F238E27FC236}">
                <a16:creationId xmlns:a16="http://schemas.microsoft.com/office/drawing/2014/main" id="{3532C342-773D-B041-9418-F84D1ED735B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89464" y="7211936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4" name="Marcador de texto 12">
            <a:extLst>
              <a:ext uri="{FF2B5EF4-FFF2-40B4-BE49-F238E27FC236}">
                <a16:creationId xmlns:a16="http://schemas.microsoft.com/office/drawing/2014/main" id="{50137AB1-142E-5A4E-AF89-E34C6D5406B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29116" y="2423666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6" name="Marcador de texto 12">
            <a:extLst>
              <a:ext uri="{FF2B5EF4-FFF2-40B4-BE49-F238E27FC236}">
                <a16:creationId xmlns:a16="http://schemas.microsoft.com/office/drawing/2014/main" id="{A9D6AAC9-0CF3-9240-AAB4-75E2664AE9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29116" y="4796882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sp>
        <p:nvSpPr>
          <p:cNvPr id="57" name="Marcador de texto 12">
            <a:extLst>
              <a:ext uri="{FF2B5EF4-FFF2-40B4-BE49-F238E27FC236}">
                <a16:creationId xmlns:a16="http://schemas.microsoft.com/office/drawing/2014/main" id="{1CD766ED-C462-D54A-AA05-2EFBD1ED15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29116" y="7211936"/>
            <a:ext cx="2839844" cy="693244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>
                <a:solidFill>
                  <a:schemeClr val="tx1"/>
                </a:solidFill>
              </a:rPr>
              <a:t>Titolo </a:t>
            </a:r>
            <a:br>
              <a:rPr lang="it-IT">
                <a:solidFill>
                  <a:schemeClr val="tx1"/>
                </a:solidFill>
              </a:rPr>
            </a:br>
            <a:r>
              <a:rPr lang="it-IT">
                <a:solidFill>
                  <a:schemeClr val="tx1"/>
                </a:solidFill>
              </a:rPr>
              <a:t>paragrafo</a:t>
            </a:r>
            <a:endParaRPr lang="it-IT"/>
          </a:p>
        </p:txBody>
      </p:sp>
      <p:cxnSp>
        <p:nvCxnSpPr>
          <p:cNvPr id="59" name="Connettore 1 58">
            <a:extLst>
              <a:ext uri="{FF2B5EF4-FFF2-40B4-BE49-F238E27FC236}">
                <a16:creationId xmlns:a16="http://schemas.microsoft.com/office/drawing/2014/main" id="{E9ED3593-4C4C-D24A-8E1D-672335A53CFA}"/>
              </a:ext>
            </a:extLst>
          </p:cNvPr>
          <p:cNvCxnSpPr>
            <a:cxnSpLocks/>
          </p:cNvCxnSpPr>
          <p:nvPr/>
        </p:nvCxnSpPr>
        <p:spPr>
          <a:xfrm>
            <a:off x="9112918" y="2430803"/>
            <a:ext cx="0" cy="6305778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magine 29">
            <a:extLst>
              <a:ext uri="{FF2B5EF4-FFF2-40B4-BE49-F238E27FC236}">
                <a16:creationId xmlns:a16="http://schemas.microsoft.com/office/drawing/2014/main" id="{BD06FE21-1388-456C-971A-F8E7A3CA1F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31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magine 62">
            <a:extLst>
              <a:ext uri="{FF2B5EF4-FFF2-40B4-BE49-F238E27FC236}">
                <a16:creationId xmlns:a16="http://schemas.microsoft.com/office/drawing/2014/main" id="{EF77E3A4-CBB0-3E4F-BFB7-16C5B2A9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376" y="2439947"/>
            <a:ext cx="4683004" cy="2796794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62" name="Immagine 61" descr="Immagine che contiene computer&#10;&#10;Descrizione generata automaticamente">
            <a:extLst>
              <a:ext uri="{FF2B5EF4-FFF2-40B4-BE49-F238E27FC236}">
                <a16:creationId xmlns:a16="http://schemas.microsoft.com/office/drawing/2014/main" id="{2959F522-A120-0E4E-922A-5E1B5FC4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074" y="2439947"/>
            <a:ext cx="4683004" cy="2796794"/>
          </a:xfrm>
          <a:prstGeom prst="rect">
            <a:avLst/>
          </a:prstGeom>
        </p:spPr>
      </p:pic>
      <p:pic>
        <p:nvPicPr>
          <p:cNvPr id="64" name="Immagine 63">
            <a:extLst>
              <a:ext uri="{FF2B5EF4-FFF2-40B4-BE49-F238E27FC236}">
                <a16:creationId xmlns:a16="http://schemas.microsoft.com/office/drawing/2014/main" id="{77CF5AB3-EC47-AA4C-88B4-763293AE9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775" y="2441538"/>
            <a:ext cx="4677654" cy="2793600"/>
          </a:xfrm>
          <a:prstGeom prst="rect">
            <a:avLst/>
          </a:prstGeom>
        </p:spPr>
      </p:pic>
      <p:pic>
        <p:nvPicPr>
          <p:cNvPr id="65" name="Immagine 64">
            <a:extLst>
              <a:ext uri="{FF2B5EF4-FFF2-40B4-BE49-F238E27FC236}">
                <a16:creationId xmlns:a16="http://schemas.microsoft.com/office/drawing/2014/main" id="{BD4EACE9-E189-364A-8C69-208D10A53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72" y="2439947"/>
            <a:ext cx="4683004" cy="2796794"/>
          </a:xfrm>
          <a:prstGeom prst="rect">
            <a:avLst/>
          </a:prstGeom>
        </p:spPr>
      </p:pic>
      <p:sp>
        <p:nvSpPr>
          <p:cNvPr id="66" name="Marcador de texto 12">
            <a:extLst>
              <a:ext uri="{FF2B5EF4-FFF2-40B4-BE49-F238E27FC236}">
                <a16:creationId xmlns:a16="http://schemas.microsoft.com/office/drawing/2014/main" id="{E05E52B9-5E3E-8B41-8BA2-80F08B200A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3252" y="5541791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70" name="Marcador de texto 12">
            <a:extLst>
              <a:ext uri="{FF2B5EF4-FFF2-40B4-BE49-F238E27FC236}">
                <a16:creationId xmlns:a16="http://schemas.microsoft.com/office/drawing/2014/main" id="{BC68277A-08D2-7645-BCDA-3D139757F2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03252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78" name="Marcador de texto 12">
            <a:extLst>
              <a:ext uri="{FF2B5EF4-FFF2-40B4-BE49-F238E27FC236}">
                <a16:creationId xmlns:a16="http://schemas.microsoft.com/office/drawing/2014/main" id="{AA2540D5-27CE-C54E-9BC5-DB468E6B50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642118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82" name="Marcador de texto 12">
            <a:extLst>
              <a:ext uri="{FF2B5EF4-FFF2-40B4-BE49-F238E27FC236}">
                <a16:creationId xmlns:a16="http://schemas.microsoft.com/office/drawing/2014/main" id="{935260BD-1E83-4A4C-BC47-0F460F7D99D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39728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83" name="Marcador de texto 12">
            <a:extLst>
              <a:ext uri="{FF2B5EF4-FFF2-40B4-BE49-F238E27FC236}">
                <a16:creationId xmlns:a16="http://schemas.microsoft.com/office/drawing/2014/main" id="{6BF9185E-B7B5-744B-82EA-F6C899B9EA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837338" y="2744996"/>
            <a:ext cx="2839844" cy="212546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00. </a:t>
            </a:r>
            <a:br>
              <a:rPr lang="it-IT"/>
            </a:br>
            <a:r>
              <a:rPr lang="it-IT"/>
              <a:t>Intestazione</a:t>
            </a:r>
            <a:br>
              <a:rPr lang="it-IT"/>
            </a:br>
            <a:r>
              <a:rPr lang="it-IT"/>
              <a:t>su più righe</a:t>
            </a:r>
          </a:p>
        </p:txBody>
      </p:sp>
      <p:sp>
        <p:nvSpPr>
          <p:cNvPr id="84" name="Marcador de texto 12">
            <a:extLst>
              <a:ext uri="{FF2B5EF4-FFF2-40B4-BE49-F238E27FC236}">
                <a16:creationId xmlns:a16="http://schemas.microsoft.com/office/drawing/2014/main" id="{D81779E1-1828-4940-998D-087109B9862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26338" y="5541791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182871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it-IT"/>
              <a:t>Testo / Descrizione</a:t>
            </a:r>
          </a:p>
          <a:p>
            <a:pPr marL="0" indent="0">
              <a:lnSpc>
                <a:spcPts val="2600"/>
              </a:lnSpc>
              <a:buNone/>
            </a:pPr>
            <a:endParaRPr lang="es-ES"/>
          </a:p>
        </p:txBody>
      </p:sp>
      <p:sp>
        <p:nvSpPr>
          <p:cNvPr id="85" name="Marcador de texto 12">
            <a:extLst>
              <a:ext uri="{FF2B5EF4-FFF2-40B4-BE49-F238E27FC236}">
                <a16:creationId xmlns:a16="http://schemas.microsoft.com/office/drawing/2014/main" id="{90F257E2-68E9-F34A-9090-013CCA21F7C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9728" y="5541791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86" name="Marcador de texto 12">
            <a:extLst>
              <a:ext uri="{FF2B5EF4-FFF2-40B4-BE49-F238E27FC236}">
                <a16:creationId xmlns:a16="http://schemas.microsoft.com/office/drawing/2014/main" id="{3B7576C4-A483-AC40-B2A8-27FEE445B86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837338" y="5541791"/>
            <a:ext cx="2839844" cy="320216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86551500-61FA-425B-A240-44D8BC63C52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028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rcador de posición de imagen 7">
            <a:extLst>
              <a:ext uri="{FF2B5EF4-FFF2-40B4-BE49-F238E27FC236}">
                <a16:creationId xmlns:a16="http://schemas.microsoft.com/office/drawing/2014/main" id="{77FC8EFF-C885-6843-9A21-51C26509B3DB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-4" y="2"/>
            <a:ext cx="18288000" cy="41223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immagine</a:t>
            </a:r>
            <a:endParaRPr lang="es-ES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66" name="Marcador de texto 12">
            <a:extLst>
              <a:ext uri="{FF2B5EF4-FFF2-40B4-BE49-F238E27FC236}">
                <a16:creationId xmlns:a16="http://schemas.microsoft.com/office/drawing/2014/main" id="{E05E52B9-5E3E-8B41-8BA2-80F08B200A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406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  <a:p>
            <a:pPr>
              <a:lnSpc>
                <a:spcPts val="2600"/>
              </a:lnSpc>
            </a:pPr>
            <a:endParaRPr lang="it-IT"/>
          </a:p>
        </p:txBody>
      </p:sp>
      <p:sp>
        <p:nvSpPr>
          <p:cNvPr id="36" name="Marcador de texto 12">
            <a:extLst>
              <a:ext uri="{FF2B5EF4-FFF2-40B4-BE49-F238E27FC236}">
                <a16:creationId xmlns:a16="http://schemas.microsoft.com/office/drawing/2014/main" id="{EA4B13D0-E5CC-164E-AC35-DB3C8762159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10248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39" name="Marcador de texto 12">
            <a:extLst>
              <a:ext uri="{FF2B5EF4-FFF2-40B4-BE49-F238E27FC236}">
                <a16:creationId xmlns:a16="http://schemas.microsoft.com/office/drawing/2014/main" id="{8E3F845C-62DF-3941-81F9-31255C478E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02842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2" name="Marcador de texto 12">
            <a:extLst>
              <a:ext uri="{FF2B5EF4-FFF2-40B4-BE49-F238E27FC236}">
                <a16:creationId xmlns:a16="http://schemas.microsoft.com/office/drawing/2014/main" id="{58725626-3AC7-8B4C-B279-0B44EA28287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1181684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5" name="Marcador de texto 12">
            <a:extLst>
              <a:ext uri="{FF2B5EF4-FFF2-40B4-BE49-F238E27FC236}">
                <a16:creationId xmlns:a16="http://schemas.microsoft.com/office/drawing/2014/main" id="{412BC6C0-97EA-D24A-A294-8240A82DFC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660532" y="5581883"/>
            <a:ext cx="2839844" cy="3162066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pic>
        <p:nvPicPr>
          <p:cNvPr id="11" name="Immagine 10" descr="Immagine che contiene fiore, disegnando&#10;&#10;Descrizione generata automaticamente">
            <a:extLst>
              <a:ext uri="{FF2B5EF4-FFF2-40B4-BE49-F238E27FC236}">
                <a16:creationId xmlns:a16="http://schemas.microsoft.com/office/drawing/2014/main" id="{A8941DEF-9596-9E45-8894-1CEF841D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37" y="4464326"/>
            <a:ext cx="3313746" cy="781896"/>
          </a:xfrm>
          <a:prstGeom prst="rect">
            <a:avLst/>
          </a:prstGeom>
        </p:spPr>
      </p:pic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6" y="4457979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65CF289E-3EDB-8040-8C66-50BDE6D98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83417" y="4464331"/>
            <a:ext cx="3313746" cy="781894"/>
          </a:xfrm>
          <a:prstGeom prst="rect">
            <a:avLst/>
          </a:prstGeom>
        </p:spPr>
      </p:pic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10248" y="4457979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>
                <a:solidFill>
                  <a:schemeClr val="bg1"/>
                </a:solidFill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B80FC2B5-1BDB-8448-B282-109DD924FE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4230" y="4464326"/>
            <a:ext cx="3236684" cy="781896"/>
          </a:xfrm>
          <a:prstGeom prst="rect">
            <a:avLst/>
          </a:prstGeom>
        </p:spPr>
      </p:pic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02842" y="4457979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25942B74-84F0-1E4C-B188-E4D5936FC1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47983" y="4464331"/>
            <a:ext cx="3313746" cy="781894"/>
          </a:xfrm>
          <a:prstGeom prst="rect">
            <a:avLst/>
          </a:prstGeom>
        </p:spPr>
      </p:pic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181684" y="4457979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46" name="Immagine 45" descr="Immagine che contiene fiore, disegnando&#10;&#10;Descrizione generata automaticamente">
            <a:extLst>
              <a:ext uri="{FF2B5EF4-FFF2-40B4-BE49-F238E27FC236}">
                <a16:creationId xmlns:a16="http://schemas.microsoft.com/office/drawing/2014/main" id="{B87AE592-BD1A-7549-8081-7572E5D3F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269" y="4464326"/>
            <a:ext cx="3313746" cy="781896"/>
          </a:xfrm>
          <a:prstGeom prst="rect">
            <a:avLst/>
          </a:prstGeom>
        </p:spPr>
      </p:pic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660532" y="4457979"/>
            <a:ext cx="2839844" cy="788246"/>
          </a:xfrm>
        </p:spPr>
        <p:txBody>
          <a:bodyPr anchor="ctr">
            <a:noAutofit/>
          </a:bodyPr>
          <a:lstStyle>
            <a:lvl1pPr marL="0" marR="0" indent="0" algn="ctr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2800" b="1"/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1C3A39B6-0C8F-493E-A52C-FAE4E6D07E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607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posición de imagen 7">
            <a:extLst>
              <a:ext uri="{FF2B5EF4-FFF2-40B4-BE49-F238E27FC236}">
                <a16:creationId xmlns:a16="http://schemas.microsoft.com/office/drawing/2014/main" id="{BCD23F9E-CBDA-3247-91BF-C317EFD27E1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-4" y="2"/>
            <a:ext cx="18288000" cy="41223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immagine</a:t>
            </a:r>
            <a:endParaRPr lang="es-ES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66" name="Marcador de texto 12">
            <a:extLst>
              <a:ext uri="{FF2B5EF4-FFF2-40B4-BE49-F238E27FC236}">
                <a16:creationId xmlns:a16="http://schemas.microsoft.com/office/drawing/2014/main" id="{E05E52B9-5E3E-8B41-8BA2-80F08B200A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406" y="6379833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6" y="5420137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36" name="Marcador de texto 12">
            <a:extLst>
              <a:ext uri="{FF2B5EF4-FFF2-40B4-BE49-F238E27FC236}">
                <a16:creationId xmlns:a16="http://schemas.microsoft.com/office/drawing/2014/main" id="{EA4B13D0-E5CC-164E-AC35-DB3C8762159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10248" y="6379833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10248" y="5420137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39" name="Marcador de texto 12">
            <a:extLst>
              <a:ext uri="{FF2B5EF4-FFF2-40B4-BE49-F238E27FC236}">
                <a16:creationId xmlns:a16="http://schemas.microsoft.com/office/drawing/2014/main" id="{8E3F845C-62DF-3941-81F9-31255C478E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02842" y="6379833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02842" y="5420137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42" name="Marcador de texto 12">
            <a:extLst>
              <a:ext uri="{FF2B5EF4-FFF2-40B4-BE49-F238E27FC236}">
                <a16:creationId xmlns:a16="http://schemas.microsoft.com/office/drawing/2014/main" id="{58725626-3AC7-8B4C-B279-0B44EA28287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1181684" y="6379833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181684" y="5420137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45" name="Marcador de texto 12">
            <a:extLst>
              <a:ext uri="{FF2B5EF4-FFF2-40B4-BE49-F238E27FC236}">
                <a16:creationId xmlns:a16="http://schemas.microsoft.com/office/drawing/2014/main" id="{412BC6C0-97EA-D24A-A294-8240A82DFC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660532" y="6379833"/>
            <a:ext cx="2839844" cy="2364122"/>
          </a:xfrm>
        </p:spPr>
        <p:txBody>
          <a:bodyPr anchor="t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</a:t>
            </a:r>
          </a:p>
        </p:txBody>
      </p:sp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660532" y="5420137"/>
            <a:ext cx="2839844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8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Titolo sezione</a:t>
            </a:r>
            <a:endParaRPr lang="es-ES"/>
          </a:p>
        </p:txBody>
      </p:sp>
      <p:sp>
        <p:nvSpPr>
          <p:cNvPr id="28" name="Segnaposto immagine 4">
            <a:extLst>
              <a:ext uri="{FF2B5EF4-FFF2-40B4-BE49-F238E27FC236}">
                <a16:creationId xmlns:a16="http://schemas.microsoft.com/office/drawing/2014/main" id="{9B88DB33-46DF-FF46-9EFF-79C40B6D75B9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1386352" y="382308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29" name="Segnaposto immagine 4">
            <a:extLst>
              <a:ext uri="{FF2B5EF4-FFF2-40B4-BE49-F238E27FC236}">
                <a16:creationId xmlns:a16="http://schemas.microsoft.com/office/drawing/2014/main" id="{78B4E638-51FC-A843-B7EC-060263241350}"/>
              </a:ext>
            </a:extLst>
          </p:cNvPr>
          <p:cNvSpPr>
            <a:spLocks noGrp="1" noChangeAspect="1"/>
          </p:cNvSpPr>
          <p:nvPr>
            <p:ph type="pic" sz="quarter" idx="60"/>
          </p:nvPr>
        </p:nvSpPr>
        <p:spPr>
          <a:xfrm>
            <a:off x="4917368" y="382308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0" name="Segnaposto immagine 4">
            <a:extLst>
              <a:ext uri="{FF2B5EF4-FFF2-40B4-BE49-F238E27FC236}">
                <a16:creationId xmlns:a16="http://schemas.microsoft.com/office/drawing/2014/main" id="{29DFB1CE-0DA1-0B4E-832A-47908ADBC1C3}"/>
              </a:ext>
            </a:extLst>
          </p:cNvPr>
          <p:cNvSpPr>
            <a:spLocks noGrp="1" noChangeAspect="1"/>
          </p:cNvSpPr>
          <p:nvPr>
            <p:ph type="pic" sz="quarter" idx="61"/>
          </p:nvPr>
        </p:nvSpPr>
        <p:spPr>
          <a:xfrm>
            <a:off x="8409962" y="3827854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1" name="Segnaposto immagine 4">
            <a:extLst>
              <a:ext uri="{FF2B5EF4-FFF2-40B4-BE49-F238E27FC236}">
                <a16:creationId xmlns:a16="http://schemas.microsoft.com/office/drawing/2014/main" id="{3BDCF9BE-EC62-3E4C-8E67-998AA03EE07A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11888806" y="3823082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32" name="Segnaposto immagine 4">
            <a:extLst>
              <a:ext uri="{FF2B5EF4-FFF2-40B4-BE49-F238E27FC236}">
                <a16:creationId xmlns:a16="http://schemas.microsoft.com/office/drawing/2014/main" id="{FBDCB464-234A-2A4E-9061-ED6AB4A1BF09}"/>
              </a:ext>
            </a:extLst>
          </p:cNvPr>
          <p:cNvSpPr>
            <a:spLocks noGrp="1" noChangeAspect="1"/>
          </p:cNvSpPr>
          <p:nvPr>
            <p:ph type="pic" sz="quarter" idx="63"/>
          </p:nvPr>
        </p:nvSpPr>
        <p:spPr>
          <a:xfrm>
            <a:off x="15367650" y="3884588"/>
            <a:ext cx="1425600" cy="1425600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5400000" algn="t" rotWithShape="0">
              <a:schemeClr val="accent1">
                <a:lumMod val="50000"/>
                <a:alpha val="20000"/>
              </a:schemeClr>
            </a:outerShdw>
          </a:effectLst>
        </p:spPr>
        <p:txBody>
          <a:bodyPr anchor="ctr" anchorCtr="1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sull'icona per inserire un'immagine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74747713-7E0D-425D-AC12-2C0629F7A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111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6" y="3773021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01</a:t>
            </a:r>
            <a:endParaRPr lang="es-ES"/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7552" y="4818693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02</a:t>
            </a:r>
            <a:endParaRPr lang="es-ES"/>
          </a:p>
        </p:txBody>
      </p:sp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1406" y="5864363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03</a:t>
            </a:r>
            <a:endParaRPr lang="es-ES"/>
          </a:p>
        </p:txBody>
      </p:sp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7552" y="6910037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04</a:t>
            </a:r>
            <a:endParaRPr lang="es-ES"/>
          </a:p>
        </p:txBody>
      </p:sp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17552" y="7955709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1" i="0" kern="120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05</a:t>
            </a:r>
            <a:endParaRPr lang="es-ES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85F44404-0951-5243-94B8-BC3BE9FB8E5F}"/>
              </a:ext>
            </a:extLst>
          </p:cNvPr>
          <p:cNvSpPr/>
          <p:nvPr/>
        </p:nvSpPr>
        <p:spPr>
          <a:xfrm>
            <a:off x="3693284" y="3190093"/>
            <a:ext cx="2700640" cy="5809282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9868B3E2-51D5-D041-AA03-43C25AC9259E}"/>
              </a:ext>
            </a:extLst>
          </p:cNvPr>
          <p:cNvSpPr/>
          <p:nvPr/>
        </p:nvSpPr>
        <p:spPr>
          <a:xfrm>
            <a:off x="6483596" y="3190092"/>
            <a:ext cx="2700640" cy="580928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79F3061A-6E1A-5B48-87ED-E629B61B5FF7}"/>
              </a:ext>
            </a:extLst>
          </p:cNvPr>
          <p:cNvSpPr/>
          <p:nvPr/>
        </p:nvSpPr>
        <p:spPr>
          <a:xfrm>
            <a:off x="9273902" y="3190091"/>
            <a:ext cx="2700640" cy="5809278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029FA32-1E36-A34C-85BB-0237A53B75E3}"/>
              </a:ext>
            </a:extLst>
          </p:cNvPr>
          <p:cNvSpPr/>
          <p:nvPr/>
        </p:nvSpPr>
        <p:spPr>
          <a:xfrm>
            <a:off x="12064208" y="3204703"/>
            <a:ext cx="2700640" cy="5794666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1403F2C9-4886-4144-BFBB-B3A6ACE1C37D}"/>
              </a:ext>
            </a:extLst>
          </p:cNvPr>
          <p:cNvSpPr/>
          <p:nvPr/>
        </p:nvSpPr>
        <p:spPr>
          <a:xfrm>
            <a:off x="14854514" y="3204702"/>
            <a:ext cx="2700640" cy="5794664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/>
          </a:p>
        </p:txBody>
      </p:sp>
      <p:sp>
        <p:nvSpPr>
          <p:cNvPr id="64" name="Marcador de texto 12">
            <a:extLst>
              <a:ext uri="{FF2B5EF4-FFF2-40B4-BE49-F238E27FC236}">
                <a16:creationId xmlns:a16="http://schemas.microsoft.com/office/drawing/2014/main" id="{0CC4443B-B9E0-D64C-AB0A-C5DB4DD8FB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7160" y="375933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5" name="Marcador de texto 12">
            <a:extLst>
              <a:ext uri="{FF2B5EF4-FFF2-40B4-BE49-F238E27FC236}">
                <a16:creationId xmlns:a16="http://schemas.microsoft.com/office/drawing/2014/main" id="{5DA87ADD-D929-5944-B191-3984B0512DF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27160" y="481869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7" name="Marcador de texto 12">
            <a:extLst>
              <a:ext uri="{FF2B5EF4-FFF2-40B4-BE49-F238E27FC236}">
                <a16:creationId xmlns:a16="http://schemas.microsoft.com/office/drawing/2014/main" id="{C22124AD-8B1D-0F44-819D-BF05070F02D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27154" y="586436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8" name="Marcador de texto 12">
            <a:extLst>
              <a:ext uri="{FF2B5EF4-FFF2-40B4-BE49-F238E27FC236}">
                <a16:creationId xmlns:a16="http://schemas.microsoft.com/office/drawing/2014/main" id="{88A6EBF2-564F-6845-9083-824D85092E4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827154" y="691003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69" name="Marcador de texto 12">
            <a:extLst>
              <a:ext uri="{FF2B5EF4-FFF2-40B4-BE49-F238E27FC236}">
                <a16:creationId xmlns:a16="http://schemas.microsoft.com/office/drawing/2014/main" id="{E1F67D32-A0BB-5043-8758-F7470A8F2F9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827154" y="794202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0" name="Marcador de texto 12">
            <a:extLst>
              <a:ext uri="{FF2B5EF4-FFF2-40B4-BE49-F238E27FC236}">
                <a16:creationId xmlns:a16="http://schemas.microsoft.com/office/drawing/2014/main" id="{767C603B-A25B-254D-9612-F7C8DF5D4A2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617466" y="375933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1" name="Marcador de texto 12">
            <a:extLst>
              <a:ext uri="{FF2B5EF4-FFF2-40B4-BE49-F238E27FC236}">
                <a16:creationId xmlns:a16="http://schemas.microsoft.com/office/drawing/2014/main" id="{31B7EE33-674D-554C-8E75-A09BEBC6B3E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617466" y="481869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2" name="Marcador de texto 12">
            <a:extLst>
              <a:ext uri="{FF2B5EF4-FFF2-40B4-BE49-F238E27FC236}">
                <a16:creationId xmlns:a16="http://schemas.microsoft.com/office/drawing/2014/main" id="{972DD1EA-91C4-D248-999C-F14A80F3907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617466" y="586436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3" name="Marcador de texto 12">
            <a:extLst>
              <a:ext uri="{FF2B5EF4-FFF2-40B4-BE49-F238E27FC236}">
                <a16:creationId xmlns:a16="http://schemas.microsoft.com/office/drawing/2014/main" id="{F43AC651-C618-384A-84BF-A4B0B496064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617466" y="691003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4" name="Marcador de texto 12">
            <a:extLst>
              <a:ext uri="{FF2B5EF4-FFF2-40B4-BE49-F238E27FC236}">
                <a16:creationId xmlns:a16="http://schemas.microsoft.com/office/drawing/2014/main" id="{75301628-00CC-B64B-A0FF-79BD18DA498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617466" y="794202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5" name="Marcador de texto 12">
            <a:extLst>
              <a:ext uri="{FF2B5EF4-FFF2-40B4-BE49-F238E27FC236}">
                <a16:creationId xmlns:a16="http://schemas.microsoft.com/office/drawing/2014/main" id="{E7B36099-61FE-914D-AC45-3C590341CEE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407772" y="376259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6" name="Marcador de texto 12">
            <a:extLst>
              <a:ext uri="{FF2B5EF4-FFF2-40B4-BE49-F238E27FC236}">
                <a16:creationId xmlns:a16="http://schemas.microsoft.com/office/drawing/2014/main" id="{32AE3506-9A02-5441-848E-7D83EFC186A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407772" y="482194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7" name="Marcador de texto 12">
            <a:extLst>
              <a:ext uri="{FF2B5EF4-FFF2-40B4-BE49-F238E27FC236}">
                <a16:creationId xmlns:a16="http://schemas.microsoft.com/office/drawing/2014/main" id="{C9C69D46-08E8-B644-9CAF-8E7D5F3AF21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407772" y="586761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8" name="Marcador de texto 12">
            <a:extLst>
              <a:ext uri="{FF2B5EF4-FFF2-40B4-BE49-F238E27FC236}">
                <a16:creationId xmlns:a16="http://schemas.microsoft.com/office/drawing/2014/main" id="{17883B06-7825-2244-AF61-496097D6378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407772" y="691328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79" name="Marcador de texto 12">
            <a:extLst>
              <a:ext uri="{FF2B5EF4-FFF2-40B4-BE49-F238E27FC236}">
                <a16:creationId xmlns:a16="http://schemas.microsoft.com/office/drawing/2014/main" id="{AF35CE4C-0D71-AA4C-8425-1B7F293A969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407772" y="794527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0" name="Marcador de texto 12">
            <a:extLst>
              <a:ext uri="{FF2B5EF4-FFF2-40B4-BE49-F238E27FC236}">
                <a16:creationId xmlns:a16="http://schemas.microsoft.com/office/drawing/2014/main" id="{71A4BF2B-3646-2445-94FB-8BD075B7718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98078" y="376259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1" name="Marcador de texto 12">
            <a:extLst>
              <a:ext uri="{FF2B5EF4-FFF2-40B4-BE49-F238E27FC236}">
                <a16:creationId xmlns:a16="http://schemas.microsoft.com/office/drawing/2014/main" id="{172ABF2C-6BEB-E246-8ED2-D842905ADA1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98078" y="482194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2" name="Marcador de texto 12">
            <a:extLst>
              <a:ext uri="{FF2B5EF4-FFF2-40B4-BE49-F238E27FC236}">
                <a16:creationId xmlns:a16="http://schemas.microsoft.com/office/drawing/2014/main" id="{873747BB-8C33-EA48-87CD-8D44EEBD1F8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2198078" y="586761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3" name="Marcador de texto 12">
            <a:extLst>
              <a:ext uri="{FF2B5EF4-FFF2-40B4-BE49-F238E27FC236}">
                <a16:creationId xmlns:a16="http://schemas.microsoft.com/office/drawing/2014/main" id="{86519374-AAF9-EB48-8648-80FC124E6A4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198078" y="691328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4" name="Marcador de texto 12">
            <a:extLst>
              <a:ext uri="{FF2B5EF4-FFF2-40B4-BE49-F238E27FC236}">
                <a16:creationId xmlns:a16="http://schemas.microsoft.com/office/drawing/2014/main" id="{2DD8C1DF-A74B-6042-B939-354F71C2348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2198078" y="794527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5" name="Marcador de texto 12">
            <a:extLst>
              <a:ext uri="{FF2B5EF4-FFF2-40B4-BE49-F238E27FC236}">
                <a16:creationId xmlns:a16="http://schemas.microsoft.com/office/drawing/2014/main" id="{5A92BBBB-49C2-FB4B-ACCA-5B241BA7EDE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4988384" y="3762590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6" name="Marcador de texto 12">
            <a:extLst>
              <a:ext uri="{FF2B5EF4-FFF2-40B4-BE49-F238E27FC236}">
                <a16:creationId xmlns:a16="http://schemas.microsoft.com/office/drawing/2014/main" id="{48DBB225-7EC5-FD41-A7DF-437192E519C0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988384" y="482194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7" name="Marcador de texto 12">
            <a:extLst>
              <a:ext uri="{FF2B5EF4-FFF2-40B4-BE49-F238E27FC236}">
                <a16:creationId xmlns:a16="http://schemas.microsoft.com/office/drawing/2014/main" id="{A5A7868A-C5A0-C64C-A8D7-C5FBB5E37A1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4988384" y="5867612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8" name="Marcador de texto 12">
            <a:extLst>
              <a:ext uri="{FF2B5EF4-FFF2-40B4-BE49-F238E27FC236}">
                <a16:creationId xmlns:a16="http://schemas.microsoft.com/office/drawing/2014/main" id="{46C261B0-1D41-ED40-AA48-9FBADC66217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988384" y="6913286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89" name="Marcador de texto 12">
            <a:extLst>
              <a:ext uri="{FF2B5EF4-FFF2-40B4-BE49-F238E27FC236}">
                <a16:creationId xmlns:a16="http://schemas.microsoft.com/office/drawing/2014/main" id="{66BBCB2D-7FD9-0F42-9FDE-086CC12BBCF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4988384" y="7945274"/>
            <a:ext cx="2432900" cy="801928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Testo / Descrizione blocco</a:t>
            </a:r>
          </a:p>
        </p:txBody>
      </p:sp>
      <p:sp>
        <p:nvSpPr>
          <p:cNvPr id="96" name="Marcador de texto 12">
            <a:extLst>
              <a:ext uri="{FF2B5EF4-FFF2-40B4-BE49-F238E27FC236}">
                <a16:creationId xmlns:a16="http://schemas.microsoft.com/office/drawing/2014/main" id="{DB4C899F-4EA5-CD46-AE1A-170D9CCF1C7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693284" y="2593157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98" name="Marcador de texto 12">
            <a:extLst>
              <a:ext uri="{FF2B5EF4-FFF2-40B4-BE49-F238E27FC236}">
                <a16:creationId xmlns:a16="http://schemas.microsoft.com/office/drawing/2014/main" id="{6D38BD3A-4137-F546-A264-A163D160B524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83596" y="2593157"/>
            <a:ext cx="2700640" cy="571866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99" name="Marcador de texto 12">
            <a:extLst>
              <a:ext uri="{FF2B5EF4-FFF2-40B4-BE49-F238E27FC236}">
                <a16:creationId xmlns:a16="http://schemas.microsoft.com/office/drawing/2014/main" id="{AB98E926-574C-6A4F-83D1-1B4C527E734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273902" y="2593157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00" name="Marcador de texto 12">
            <a:extLst>
              <a:ext uri="{FF2B5EF4-FFF2-40B4-BE49-F238E27FC236}">
                <a16:creationId xmlns:a16="http://schemas.microsoft.com/office/drawing/2014/main" id="{5F48868C-C1D6-5142-A81F-3B761667DCB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064208" y="2593157"/>
            <a:ext cx="2700640" cy="571866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01" name="Marcador de texto 12">
            <a:extLst>
              <a:ext uri="{FF2B5EF4-FFF2-40B4-BE49-F238E27FC236}">
                <a16:creationId xmlns:a16="http://schemas.microsoft.com/office/drawing/2014/main" id="{057C87DD-BD53-8944-9826-B25621409CE1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4854514" y="2593151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cxnSp>
        <p:nvCxnSpPr>
          <p:cNvPr id="51" name="Connettore 1 50">
            <a:extLst>
              <a:ext uri="{FF2B5EF4-FFF2-40B4-BE49-F238E27FC236}">
                <a16:creationId xmlns:a16="http://schemas.microsoft.com/office/drawing/2014/main" id="{FE276D34-E0F0-2E4C-8DDB-EB065C94EEF1}"/>
              </a:ext>
            </a:extLst>
          </p:cNvPr>
          <p:cNvCxnSpPr>
            <a:cxnSpLocks/>
          </p:cNvCxnSpPr>
          <p:nvPr/>
        </p:nvCxnSpPr>
        <p:spPr>
          <a:xfrm>
            <a:off x="717554" y="4688464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>
            <a:extLst>
              <a:ext uri="{FF2B5EF4-FFF2-40B4-BE49-F238E27FC236}">
                <a16:creationId xmlns:a16="http://schemas.microsoft.com/office/drawing/2014/main" id="{056F8BD4-41CE-FC4C-97FA-B8EB29405EFD}"/>
              </a:ext>
            </a:extLst>
          </p:cNvPr>
          <p:cNvCxnSpPr>
            <a:cxnSpLocks/>
          </p:cNvCxnSpPr>
          <p:nvPr/>
        </p:nvCxnSpPr>
        <p:spPr>
          <a:xfrm>
            <a:off x="717554" y="5733492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54">
            <a:extLst>
              <a:ext uri="{FF2B5EF4-FFF2-40B4-BE49-F238E27FC236}">
                <a16:creationId xmlns:a16="http://schemas.microsoft.com/office/drawing/2014/main" id="{4E0EFC13-6F80-BE42-B9EF-4F8A4CBB6EFC}"/>
              </a:ext>
            </a:extLst>
          </p:cNvPr>
          <p:cNvCxnSpPr>
            <a:cxnSpLocks/>
          </p:cNvCxnSpPr>
          <p:nvPr/>
        </p:nvCxnSpPr>
        <p:spPr>
          <a:xfrm>
            <a:off x="717554" y="6770356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1 55">
            <a:extLst>
              <a:ext uri="{FF2B5EF4-FFF2-40B4-BE49-F238E27FC236}">
                <a16:creationId xmlns:a16="http://schemas.microsoft.com/office/drawing/2014/main" id="{A28FD013-C9F6-7E42-A8CE-B3158663B769}"/>
              </a:ext>
            </a:extLst>
          </p:cNvPr>
          <p:cNvCxnSpPr>
            <a:cxnSpLocks/>
          </p:cNvCxnSpPr>
          <p:nvPr/>
        </p:nvCxnSpPr>
        <p:spPr>
          <a:xfrm>
            <a:off x="717554" y="7823548"/>
            <a:ext cx="168529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Immagine 56">
            <a:extLst>
              <a:ext uri="{FF2B5EF4-FFF2-40B4-BE49-F238E27FC236}">
                <a16:creationId xmlns:a16="http://schemas.microsoft.com/office/drawing/2014/main" id="{A75A6252-536C-4DAD-9886-B99F3D0C12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118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fografica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>
            <a:extLst>
              <a:ext uri="{FF2B5EF4-FFF2-40B4-BE49-F238E27FC236}">
                <a16:creationId xmlns:a16="http://schemas.microsoft.com/office/drawing/2014/main" id="{67675507-196E-DD43-AD65-40C77B0FC903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113D1DE-7C98-4E4A-BBAC-FFE784D148C6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3546BFA-F6EA-DD48-A1EC-8B1B54C6A221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EE5D29-D862-6C4C-8733-7764010FB8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89A12AC-F9BD-6943-B8FD-78E1DCE201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172226E2-F68E-924E-BDD3-E878FF16B2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554" y="637082"/>
            <a:ext cx="16852900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32B7355E-708B-0D49-8DCE-E1DC3D477F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7" y="1344805"/>
            <a:ext cx="1682521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7" name="Segnaposto piè di pagina 5">
            <a:extLst>
              <a:ext uri="{FF2B5EF4-FFF2-40B4-BE49-F238E27FC236}">
                <a16:creationId xmlns:a16="http://schemas.microsoft.com/office/drawing/2014/main" id="{B5FC6BE7-A3ED-D749-AD84-6A46BE2FF4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35" name="Marcador de texto 12">
            <a:extLst>
              <a:ext uri="{FF2B5EF4-FFF2-40B4-BE49-F238E27FC236}">
                <a16:creationId xmlns:a16="http://schemas.microsoft.com/office/drawing/2014/main" id="{5977EC4B-A1EC-2443-81AE-1375865DE8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1406" y="3773021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01</a:t>
            </a:r>
            <a:endParaRPr lang="es-ES"/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EB4EA631-AD00-C046-A167-9B2F11A589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7552" y="4818693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02</a:t>
            </a:r>
            <a:endParaRPr lang="es-ES"/>
          </a:p>
        </p:txBody>
      </p:sp>
      <p:sp>
        <p:nvSpPr>
          <p:cNvPr id="41" name="Marcador de texto 12">
            <a:extLst>
              <a:ext uri="{FF2B5EF4-FFF2-40B4-BE49-F238E27FC236}">
                <a16:creationId xmlns:a16="http://schemas.microsoft.com/office/drawing/2014/main" id="{B5E12095-2592-B04B-B931-F36334E1204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1406" y="5864363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03</a:t>
            </a:r>
            <a:endParaRPr lang="es-ES"/>
          </a:p>
        </p:txBody>
      </p:sp>
      <p:sp>
        <p:nvSpPr>
          <p:cNvPr id="44" name="Marcador de texto 12">
            <a:extLst>
              <a:ext uri="{FF2B5EF4-FFF2-40B4-BE49-F238E27FC236}">
                <a16:creationId xmlns:a16="http://schemas.microsoft.com/office/drawing/2014/main" id="{3E9875F6-AC62-8C4F-A18F-00F78AB6134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17552" y="6910037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04</a:t>
            </a:r>
            <a:endParaRPr lang="es-ES"/>
          </a:p>
        </p:txBody>
      </p:sp>
      <p:sp>
        <p:nvSpPr>
          <p:cNvPr id="47" name="Marcador de texto 12">
            <a:extLst>
              <a:ext uri="{FF2B5EF4-FFF2-40B4-BE49-F238E27FC236}">
                <a16:creationId xmlns:a16="http://schemas.microsoft.com/office/drawing/2014/main" id="{9CF854CF-0E4B-6A40-B433-9B93C3BFC1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17552" y="7955709"/>
            <a:ext cx="2582540" cy="788246"/>
          </a:xfrm>
        </p:spPr>
        <p:txBody>
          <a:bodyPr anchor="ctr">
            <a:noAutofit/>
          </a:bodyPr>
          <a:lstStyle>
            <a:lvl1pPr marL="0" marR="0" indent="0" algn="l" defTabSz="182871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es-ES" sz="2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Voce 05</a:t>
            </a:r>
            <a:endParaRPr lang="es-E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49260A10-13E9-6C44-BE81-0ABA2050B119}"/>
              </a:ext>
            </a:extLst>
          </p:cNvPr>
          <p:cNvCxnSpPr>
            <a:cxnSpLocks/>
          </p:cNvCxnSpPr>
          <p:nvPr/>
        </p:nvCxnSpPr>
        <p:spPr>
          <a:xfrm>
            <a:off x="3693287" y="4168348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1 65">
            <a:extLst>
              <a:ext uri="{FF2B5EF4-FFF2-40B4-BE49-F238E27FC236}">
                <a16:creationId xmlns:a16="http://schemas.microsoft.com/office/drawing/2014/main" id="{7015641B-8178-8944-BE6C-F3955C66099A}"/>
              </a:ext>
            </a:extLst>
          </p:cNvPr>
          <p:cNvCxnSpPr>
            <a:cxnSpLocks/>
          </p:cNvCxnSpPr>
          <p:nvPr/>
        </p:nvCxnSpPr>
        <p:spPr>
          <a:xfrm>
            <a:off x="3693287" y="5231716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1 89">
            <a:extLst>
              <a:ext uri="{FF2B5EF4-FFF2-40B4-BE49-F238E27FC236}">
                <a16:creationId xmlns:a16="http://schemas.microsoft.com/office/drawing/2014/main" id="{DF2B0A0E-9792-DF4B-B5C3-01D35062FF45}"/>
              </a:ext>
            </a:extLst>
          </p:cNvPr>
          <p:cNvCxnSpPr>
            <a:cxnSpLocks/>
          </p:cNvCxnSpPr>
          <p:nvPr/>
        </p:nvCxnSpPr>
        <p:spPr>
          <a:xfrm>
            <a:off x="3693287" y="6240508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1 90">
            <a:extLst>
              <a:ext uri="{FF2B5EF4-FFF2-40B4-BE49-F238E27FC236}">
                <a16:creationId xmlns:a16="http://schemas.microsoft.com/office/drawing/2014/main" id="{3F6C48A0-457B-C54F-B242-34146EB3017B}"/>
              </a:ext>
            </a:extLst>
          </p:cNvPr>
          <p:cNvCxnSpPr>
            <a:cxnSpLocks/>
          </p:cNvCxnSpPr>
          <p:nvPr/>
        </p:nvCxnSpPr>
        <p:spPr>
          <a:xfrm>
            <a:off x="3660335" y="7311426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1 91">
            <a:extLst>
              <a:ext uri="{FF2B5EF4-FFF2-40B4-BE49-F238E27FC236}">
                <a16:creationId xmlns:a16="http://schemas.microsoft.com/office/drawing/2014/main" id="{373ED62D-8E6F-3144-997B-07615D06E53F}"/>
              </a:ext>
            </a:extLst>
          </p:cNvPr>
          <p:cNvCxnSpPr>
            <a:cxnSpLocks/>
          </p:cNvCxnSpPr>
          <p:nvPr/>
        </p:nvCxnSpPr>
        <p:spPr>
          <a:xfrm>
            <a:off x="3660335" y="8395046"/>
            <a:ext cx="1386186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3B64A333-2C77-044C-80F6-5833E4F03174}"/>
              </a:ext>
            </a:extLst>
          </p:cNvPr>
          <p:cNvGrpSpPr/>
          <p:nvPr/>
        </p:nvGrpSpPr>
        <p:grpSpPr>
          <a:xfrm>
            <a:off x="3592032" y="4005690"/>
            <a:ext cx="2850704" cy="320996"/>
            <a:chOff x="1796014" y="2002843"/>
            <a:chExt cx="1425352" cy="160498"/>
          </a:xfrm>
        </p:grpSpPr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0A2E9E61-4B84-E749-BFAB-6D1999677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93" name="Immagine 92">
              <a:extLst>
                <a:ext uri="{FF2B5EF4-FFF2-40B4-BE49-F238E27FC236}">
                  <a16:creationId xmlns:a16="http://schemas.microsoft.com/office/drawing/2014/main" id="{D88943A3-1256-BA41-91BD-DC3274465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96" name="Immagine 95">
              <a:extLst>
                <a:ext uri="{FF2B5EF4-FFF2-40B4-BE49-F238E27FC236}">
                  <a16:creationId xmlns:a16="http://schemas.microsoft.com/office/drawing/2014/main" id="{EA3EE68F-AC0E-6642-A5C5-F4C040BA4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00" name="Immagine 99">
              <a:extLst>
                <a:ext uri="{FF2B5EF4-FFF2-40B4-BE49-F238E27FC236}">
                  <a16:creationId xmlns:a16="http://schemas.microsoft.com/office/drawing/2014/main" id="{F262EACD-978A-4B4F-A8F2-98293B69E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01" name="Gruppo 100">
            <a:extLst>
              <a:ext uri="{FF2B5EF4-FFF2-40B4-BE49-F238E27FC236}">
                <a16:creationId xmlns:a16="http://schemas.microsoft.com/office/drawing/2014/main" id="{2893D276-5424-7149-ABB7-5BCEAF7E8996}"/>
              </a:ext>
            </a:extLst>
          </p:cNvPr>
          <p:cNvGrpSpPr/>
          <p:nvPr/>
        </p:nvGrpSpPr>
        <p:grpSpPr>
          <a:xfrm>
            <a:off x="6434202" y="4005690"/>
            <a:ext cx="2850704" cy="320996"/>
            <a:chOff x="1796014" y="2002843"/>
            <a:chExt cx="1425352" cy="160498"/>
          </a:xfrm>
        </p:grpSpPr>
        <p:pic>
          <p:nvPicPr>
            <p:cNvPr id="102" name="Immagine 101">
              <a:extLst>
                <a:ext uri="{FF2B5EF4-FFF2-40B4-BE49-F238E27FC236}">
                  <a16:creationId xmlns:a16="http://schemas.microsoft.com/office/drawing/2014/main" id="{703BFB94-390D-D144-8766-C0AD606FE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5B878745-F748-264E-9919-1B48F8261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04" name="Immagine 103">
              <a:extLst>
                <a:ext uri="{FF2B5EF4-FFF2-40B4-BE49-F238E27FC236}">
                  <a16:creationId xmlns:a16="http://schemas.microsoft.com/office/drawing/2014/main" id="{67B49ADB-1EFC-1C4B-9017-8ED327815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05" name="Immagine 104">
              <a:extLst>
                <a:ext uri="{FF2B5EF4-FFF2-40B4-BE49-F238E27FC236}">
                  <a16:creationId xmlns:a16="http://schemas.microsoft.com/office/drawing/2014/main" id="{83651869-B83D-C640-99C3-33D9DDBEC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11" name="Gruppo 110">
            <a:extLst>
              <a:ext uri="{FF2B5EF4-FFF2-40B4-BE49-F238E27FC236}">
                <a16:creationId xmlns:a16="http://schemas.microsoft.com/office/drawing/2014/main" id="{392F7BE3-60B3-8142-8CE6-A2B2AF1F53C5}"/>
              </a:ext>
            </a:extLst>
          </p:cNvPr>
          <p:cNvGrpSpPr/>
          <p:nvPr/>
        </p:nvGrpSpPr>
        <p:grpSpPr>
          <a:xfrm>
            <a:off x="9273906" y="5065776"/>
            <a:ext cx="2850704" cy="320996"/>
            <a:chOff x="1796014" y="2002843"/>
            <a:chExt cx="1425352" cy="160498"/>
          </a:xfrm>
        </p:grpSpPr>
        <p:pic>
          <p:nvPicPr>
            <p:cNvPr id="112" name="Immagine 111">
              <a:extLst>
                <a:ext uri="{FF2B5EF4-FFF2-40B4-BE49-F238E27FC236}">
                  <a16:creationId xmlns:a16="http://schemas.microsoft.com/office/drawing/2014/main" id="{D9E12C61-4349-7F4B-99E6-40B8054D2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13" name="Immagine 112">
              <a:extLst>
                <a:ext uri="{FF2B5EF4-FFF2-40B4-BE49-F238E27FC236}">
                  <a16:creationId xmlns:a16="http://schemas.microsoft.com/office/drawing/2014/main" id="{9F475D4D-4694-4B4B-A49C-0D28B2AA6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14" name="Immagine 113">
              <a:extLst>
                <a:ext uri="{FF2B5EF4-FFF2-40B4-BE49-F238E27FC236}">
                  <a16:creationId xmlns:a16="http://schemas.microsoft.com/office/drawing/2014/main" id="{87FE0264-79FE-424C-9078-40DEEC410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506557" y="2002843"/>
              <a:ext cx="359209" cy="160498"/>
            </a:xfrm>
            <a:prstGeom prst="rect">
              <a:avLst/>
            </a:prstGeom>
          </p:spPr>
        </p:pic>
        <p:pic>
          <p:nvPicPr>
            <p:cNvPr id="115" name="Immagine 114">
              <a:extLst>
                <a:ext uri="{FF2B5EF4-FFF2-40B4-BE49-F238E27FC236}">
                  <a16:creationId xmlns:a16="http://schemas.microsoft.com/office/drawing/2014/main" id="{49CC86E2-6019-9A46-BA34-0B43381F3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16" name="Gruppo 115">
            <a:extLst>
              <a:ext uri="{FF2B5EF4-FFF2-40B4-BE49-F238E27FC236}">
                <a16:creationId xmlns:a16="http://schemas.microsoft.com/office/drawing/2014/main" id="{8C6F30FB-E5B9-F04D-9473-59F944CB1867}"/>
              </a:ext>
            </a:extLst>
          </p:cNvPr>
          <p:cNvGrpSpPr/>
          <p:nvPr/>
        </p:nvGrpSpPr>
        <p:grpSpPr>
          <a:xfrm>
            <a:off x="6408563" y="5065776"/>
            <a:ext cx="2850706" cy="320996"/>
            <a:chOff x="1796014" y="2002843"/>
            <a:chExt cx="1425353" cy="160498"/>
          </a:xfrm>
        </p:grpSpPr>
        <p:pic>
          <p:nvPicPr>
            <p:cNvPr id="117" name="Immagine 116">
              <a:extLst>
                <a:ext uri="{FF2B5EF4-FFF2-40B4-BE49-F238E27FC236}">
                  <a16:creationId xmlns:a16="http://schemas.microsoft.com/office/drawing/2014/main" id="{6CC70696-4230-4841-94E9-7E3712837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FB739509-A637-0A40-B4FF-F0FD47C0B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19" name="Immagine 118">
              <a:extLst>
                <a:ext uri="{FF2B5EF4-FFF2-40B4-BE49-F238E27FC236}">
                  <a16:creationId xmlns:a16="http://schemas.microsoft.com/office/drawing/2014/main" id="{61EC3BC9-85BD-0640-B798-C219D2AD2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20" name="Immagine 119">
              <a:extLst>
                <a:ext uri="{FF2B5EF4-FFF2-40B4-BE49-F238E27FC236}">
                  <a16:creationId xmlns:a16="http://schemas.microsoft.com/office/drawing/2014/main" id="{FC9BE088-BE6F-B94D-87B7-2F79ABED1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FF771E90-D95C-7A46-98E9-BCF2A8C3E15E}"/>
              </a:ext>
            </a:extLst>
          </p:cNvPr>
          <p:cNvGrpSpPr/>
          <p:nvPr/>
        </p:nvGrpSpPr>
        <p:grpSpPr>
          <a:xfrm>
            <a:off x="14765400" y="8222088"/>
            <a:ext cx="2850704" cy="320996"/>
            <a:chOff x="1796014" y="2002843"/>
            <a:chExt cx="1425352" cy="160498"/>
          </a:xfrm>
        </p:grpSpPr>
        <p:pic>
          <p:nvPicPr>
            <p:cNvPr id="122" name="Immagine 121">
              <a:extLst>
                <a:ext uri="{FF2B5EF4-FFF2-40B4-BE49-F238E27FC236}">
                  <a16:creationId xmlns:a16="http://schemas.microsoft.com/office/drawing/2014/main" id="{F614F140-A8B5-484E-91E3-331F8AC9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23" name="Immagine 122">
              <a:extLst>
                <a:ext uri="{FF2B5EF4-FFF2-40B4-BE49-F238E27FC236}">
                  <a16:creationId xmlns:a16="http://schemas.microsoft.com/office/drawing/2014/main" id="{C166A091-06C8-A34F-A1C6-986EBBCDE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24" name="Immagine 123">
              <a:extLst>
                <a:ext uri="{FF2B5EF4-FFF2-40B4-BE49-F238E27FC236}">
                  <a16:creationId xmlns:a16="http://schemas.microsoft.com/office/drawing/2014/main" id="{00DA65D6-0450-BD48-9845-88D70596F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25" name="Immagine 124">
              <a:extLst>
                <a:ext uri="{FF2B5EF4-FFF2-40B4-BE49-F238E27FC236}">
                  <a16:creationId xmlns:a16="http://schemas.microsoft.com/office/drawing/2014/main" id="{6B48F0EA-5255-E04C-919A-3AFE21D22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62157" y="2002843"/>
              <a:ext cx="359209" cy="160498"/>
            </a:xfrm>
            <a:prstGeom prst="rect">
              <a:avLst/>
            </a:prstGeom>
          </p:spPr>
        </p:pic>
      </p:grpSp>
      <p:grpSp>
        <p:nvGrpSpPr>
          <p:cNvPr id="126" name="Gruppo 125">
            <a:extLst>
              <a:ext uri="{FF2B5EF4-FFF2-40B4-BE49-F238E27FC236}">
                <a16:creationId xmlns:a16="http://schemas.microsoft.com/office/drawing/2014/main" id="{876E7048-7002-7743-8720-57C9929D3193}"/>
              </a:ext>
            </a:extLst>
          </p:cNvPr>
          <p:cNvGrpSpPr/>
          <p:nvPr/>
        </p:nvGrpSpPr>
        <p:grpSpPr>
          <a:xfrm>
            <a:off x="10416907" y="6081774"/>
            <a:ext cx="2850706" cy="320996"/>
            <a:chOff x="1796014" y="2002843"/>
            <a:chExt cx="1425353" cy="160498"/>
          </a:xfrm>
        </p:grpSpPr>
        <p:pic>
          <p:nvPicPr>
            <p:cNvPr id="127" name="Immagine 126">
              <a:extLst>
                <a:ext uri="{FF2B5EF4-FFF2-40B4-BE49-F238E27FC236}">
                  <a16:creationId xmlns:a16="http://schemas.microsoft.com/office/drawing/2014/main" id="{85B6B525-D516-784B-A912-098164B49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28" name="Immagine 127">
              <a:extLst>
                <a:ext uri="{FF2B5EF4-FFF2-40B4-BE49-F238E27FC236}">
                  <a16:creationId xmlns:a16="http://schemas.microsoft.com/office/drawing/2014/main" id="{3E3B50A8-F725-C04A-AF1D-F09BF740A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29" name="Immagine 128">
              <a:extLst>
                <a:ext uri="{FF2B5EF4-FFF2-40B4-BE49-F238E27FC236}">
                  <a16:creationId xmlns:a16="http://schemas.microsoft.com/office/drawing/2014/main" id="{3B8FD6B5-2AD8-C247-9BB4-FF18F9ACC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30" name="Immagine 129">
              <a:extLst>
                <a:ext uri="{FF2B5EF4-FFF2-40B4-BE49-F238E27FC236}">
                  <a16:creationId xmlns:a16="http://schemas.microsoft.com/office/drawing/2014/main" id="{C1A6EBC0-1801-8748-8FF0-C01E6C57D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grpSp>
        <p:nvGrpSpPr>
          <p:cNvPr id="131" name="Gruppo 130">
            <a:extLst>
              <a:ext uri="{FF2B5EF4-FFF2-40B4-BE49-F238E27FC236}">
                <a16:creationId xmlns:a16="http://schemas.microsoft.com/office/drawing/2014/main" id="{3F93AB8B-F88B-8340-8A04-0DBB939E28FD}"/>
              </a:ext>
            </a:extLst>
          </p:cNvPr>
          <p:cNvGrpSpPr/>
          <p:nvPr/>
        </p:nvGrpSpPr>
        <p:grpSpPr>
          <a:xfrm>
            <a:off x="13259079" y="6081774"/>
            <a:ext cx="2850706" cy="320996"/>
            <a:chOff x="1796014" y="2002843"/>
            <a:chExt cx="1425353" cy="160498"/>
          </a:xfrm>
        </p:grpSpPr>
        <p:pic>
          <p:nvPicPr>
            <p:cNvPr id="132" name="Immagine 131">
              <a:extLst>
                <a:ext uri="{FF2B5EF4-FFF2-40B4-BE49-F238E27FC236}">
                  <a16:creationId xmlns:a16="http://schemas.microsoft.com/office/drawing/2014/main" id="{9BA42FFD-3676-6944-9912-94DC13902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796014" y="2002843"/>
              <a:ext cx="359209" cy="160498"/>
            </a:xfrm>
            <a:prstGeom prst="rect">
              <a:avLst/>
            </a:prstGeom>
          </p:spPr>
        </p:pic>
        <p:pic>
          <p:nvPicPr>
            <p:cNvPr id="133" name="Immagine 132">
              <a:extLst>
                <a:ext uri="{FF2B5EF4-FFF2-40B4-BE49-F238E27FC236}">
                  <a16:creationId xmlns:a16="http://schemas.microsoft.com/office/drawing/2014/main" id="{692AA2B0-F049-114E-B35B-C3302FF12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34" name="Immagine 133">
              <a:extLst>
                <a:ext uri="{FF2B5EF4-FFF2-40B4-BE49-F238E27FC236}">
                  <a16:creationId xmlns:a16="http://schemas.microsoft.com/office/drawing/2014/main" id="{7486DFD1-AD38-6047-AAB0-9814DDFD9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557" y="2002843"/>
              <a:ext cx="359210" cy="160498"/>
            </a:xfrm>
            <a:prstGeom prst="rect">
              <a:avLst/>
            </a:prstGeom>
          </p:spPr>
        </p:pic>
        <p:pic>
          <p:nvPicPr>
            <p:cNvPr id="135" name="Immagine 134">
              <a:extLst>
                <a:ext uri="{FF2B5EF4-FFF2-40B4-BE49-F238E27FC236}">
                  <a16:creationId xmlns:a16="http://schemas.microsoft.com/office/drawing/2014/main" id="{A1BA13D4-900E-C041-AE3C-04858F80C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sp>
        <p:nvSpPr>
          <p:cNvPr id="147" name="Marcador de texto 12">
            <a:extLst>
              <a:ext uri="{FF2B5EF4-FFF2-40B4-BE49-F238E27FC236}">
                <a16:creationId xmlns:a16="http://schemas.microsoft.com/office/drawing/2014/main" id="{F80179D1-9D66-774F-97D6-E561E4E4378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693284" y="2593157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48" name="Marcador de texto 12">
            <a:extLst>
              <a:ext uri="{FF2B5EF4-FFF2-40B4-BE49-F238E27FC236}">
                <a16:creationId xmlns:a16="http://schemas.microsoft.com/office/drawing/2014/main" id="{FC24A52E-73B8-F043-9C12-EA93F2394CE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83596" y="2593157"/>
            <a:ext cx="2700640" cy="571866"/>
          </a:xfrm>
          <a:solidFill>
            <a:schemeClr val="tx2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49" name="Marcador de texto 12">
            <a:extLst>
              <a:ext uri="{FF2B5EF4-FFF2-40B4-BE49-F238E27FC236}">
                <a16:creationId xmlns:a16="http://schemas.microsoft.com/office/drawing/2014/main" id="{D659CB6E-1C7E-FC46-BC60-2199CD1CF9E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273902" y="2593157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50" name="Marcador de texto 12">
            <a:extLst>
              <a:ext uri="{FF2B5EF4-FFF2-40B4-BE49-F238E27FC236}">
                <a16:creationId xmlns:a16="http://schemas.microsoft.com/office/drawing/2014/main" id="{789EF858-36D5-1C47-8904-D34C97F3163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064208" y="2593157"/>
            <a:ext cx="2700640" cy="571866"/>
          </a:xfrm>
          <a:solidFill>
            <a:schemeClr val="tx2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sp>
        <p:nvSpPr>
          <p:cNvPr id="151" name="Marcador de texto 12">
            <a:extLst>
              <a:ext uri="{FF2B5EF4-FFF2-40B4-BE49-F238E27FC236}">
                <a16:creationId xmlns:a16="http://schemas.microsoft.com/office/drawing/2014/main" id="{68109D88-1A48-6448-9107-705769A1E67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4854514" y="2600735"/>
            <a:ext cx="2700640" cy="571866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marR="0" indent="0" algn="ctr" defTabSz="914356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lang="it-IT" sz="2400" b="1" i="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indent="0">
              <a:lnSpc>
                <a:spcPts val="2600"/>
              </a:lnSpc>
              <a:buNone/>
            </a:pPr>
            <a:r>
              <a:rPr lang="it-IT"/>
              <a:t>Intestazione</a:t>
            </a:r>
          </a:p>
        </p:txBody>
      </p:sp>
      <p:grpSp>
        <p:nvGrpSpPr>
          <p:cNvPr id="152" name="Gruppo 151">
            <a:extLst>
              <a:ext uri="{FF2B5EF4-FFF2-40B4-BE49-F238E27FC236}">
                <a16:creationId xmlns:a16="http://schemas.microsoft.com/office/drawing/2014/main" id="{B6FE8CAB-F87A-8C40-931F-F59870162D49}"/>
              </a:ext>
            </a:extLst>
          </p:cNvPr>
          <p:cNvGrpSpPr/>
          <p:nvPr/>
        </p:nvGrpSpPr>
        <p:grpSpPr>
          <a:xfrm>
            <a:off x="11829459" y="7148572"/>
            <a:ext cx="2850706" cy="320996"/>
            <a:chOff x="1796014" y="2002843"/>
            <a:chExt cx="1425353" cy="160498"/>
          </a:xfrm>
        </p:grpSpPr>
        <p:pic>
          <p:nvPicPr>
            <p:cNvPr id="153" name="Immagine 152">
              <a:extLst>
                <a:ext uri="{FF2B5EF4-FFF2-40B4-BE49-F238E27FC236}">
                  <a16:creationId xmlns:a16="http://schemas.microsoft.com/office/drawing/2014/main" id="{6D624BAB-CF72-9D46-BE27-A2A082B10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014" y="2002843"/>
              <a:ext cx="359210" cy="160498"/>
            </a:xfrm>
            <a:prstGeom prst="rect">
              <a:avLst/>
            </a:prstGeom>
          </p:spPr>
        </p:pic>
        <p:pic>
          <p:nvPicPr>
            <p:cNvPr id="154" name="Immagine 153">
              <a:extLst>
                <a:ext uri="{FF2B5EF4-FFF2-40B4-BE49-F238E27FC236}">
                  <a16:creationId xmlns:a16="http://schemas.microsoft.com/office/drawing/2014/main" id="{CB7A69D6-25A0-CC49-9021-A1B267C6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957" y="2002843"/>
              <a:ext cx="359210" cy="160498"/>
            </a:xfrm>
            <a:prstGeom prst="rect">
              <a:avLst/>
            </a:prstGeom>
          </p:spPr>
        </p:pic>
        <p:pic>
          <p:nvPicPr>
            <p:cNvPr id="155" name="Immagine 154">
              <a:extLst>
                <a:ext uri="{FF2B5EF4-FFF2-40B4-BE49-F238E27FC236}">
                  <a16:creationId xmlns:a16="http://schemas.microsoft.com/office/drawing/2014/main" id="{6247B0B7-A6A5-1341-B9A6-A70D342F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506557" y="2002843"/>
              <a:ext cx="359209" cy="160498"/>
            </a:xfrm>
            <a:prstGeom prst="rect">
              <a:avLst/>
            </a:prstGeom>
          </p:spPr>
        </p:pic>
        <p:pic>
          <p:nvPicPr>
            <p:cNvPr id="156" name="Immagine 155">
              <a:extLst>
                <a:ext uri="{FF2B5EF4-FFF2-40B4-BE49-F238E27FC236}">
                  <a16:creationId xmlns:a16="http://schemas.microsoft.com/office/drawing/2014/main" id="{636E686F-C171-9B48-B644-FBA4FD388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157" y="2002843"/>
              <a:ext cx="359210" cy="160498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EC0B043-4205-4CDA-A813-5998AF2CAE63}"/>
              </a:ext>
            </a:extLst>
          </p:cNvPr>
          <p:cNvGrpSpPr/>
          <p:nvPr userDrawn="1"/>
        </p:nvGrpSpPr>
        <p:grpSpPr>
          <a:xfrm>
            <a:off x="-1252659" y="1833578"/>
            <a:ext cx="800694" cy="6173464"/>
            <a:chOff x="-1981200" y="1269158"/>
            <a:chExt cx="678353" cy="5890374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EEFDCFC-1570-4B8A-904D-3271AE483E11}"/>
                </a:ext>
              </a:extLst>
            </p:cNvPr>
            <p:cNvSpPr/>
            <p:nvPr/>
          </p:nvSpPr>
          <p:spPr>
            <a:xfrm>
              <a:off x="-1981200" y="1269158"/>
              <a:ext cx="665394" cy="558000"/>
            </a:xfrm>
            <a:prstGeom prst="rect">
              <a:avLst/>
            </a:prstGeom>
            <a:solidFill>
              <a:srgbClr val="00B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8ECE921-06B6-48DD-B878-2EFD170FF28E}"/>
                </a:ext>
              </a:extLst>
            </p:cNvPr>
            <p:cNvSpPr/>
            <p:nvPr/>
          </p:nvSpPr>
          <p:spPr>
            <a:xfrm>
              <a:off x="-1981200" y="2067034"/>
              <a:ext cx="665394" cy="558000"/>
            </a:xfrm>
            <a:prstGeom prst="rect">
              <a:avLst/>
            </a:prstGeom>
            <a:solidFill>
              <a:srgbClr val="4DA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C1A083F-42D6-4D7E-8CF2-86E4A1D83773}"/>
                </a:ext>
              </a:extLst>
            </p:cNvPr>
            <p:cNvSpPr/>
            <p:nvPr/>
          </p:nvSpPr>
          <p:spPr>
            <a:xfrm>
              <a:off x="-1981200" y="2864910"/>
              <a:ext cx="665394" cy="558000"/>
            </a:xfrm>
            <a:prstGeom prst="rect">
              <a:avLst/>
            </a:prstGeom>
            <a:solidFill>
              <a:srgbClr val="7FD8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8D60C3-0AD6-47BF-B333-E60B0F9AFCEB}"/>
                </a:ext>
              </a:extLst>
            </p:cNvPr>
            <p:cNvSpPr/>
            <p:nvPr/>
          </p:nvSpPr>
          <p:spPr>
            <a:xfrm>
              <a:off x="-1981200" y="5168256"/>
              <a:ext cx="665394" cy="558000"/>
            </a:xfrm>
            <a:prstGeom prst="rect">
              <a:avLst/>
            </a:prstGeom>
            <a:solidFill>
              <a:srgbClr val="CDD8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C081FB-295E-423A-9F76-E8FE9C249123}"/>
                </a:ext>
              </a:extLst>
            </p:cNvPr>
            <p:cNvSpPr/>
            <p:nvPr/>
          </p:nvSpPr>
          <p:spPr>
            <a:xfrm>
              <a:off x="-1968241" y="3662786"/>
              <a:ext cx="665394" cy="558000"/>
            </a:xfrm>
            <a:prstGeom prst="rect">
              <a:avLst/>
            </a:prstGeom>
            <a:solidFill>
              <a:srgbClr val="CCF0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8558F06-3B7A-43C2-B3B5-AAC0CC1A17CF}"/>
                </a:ext>
              </a:extLst>
            </p:cNvPr>
            <p:cNvSpPr/>
            <p:nvPr/>
          </p:nvSpPr>
          <p:spPr>
            <a:xfrm>
              <a:off x="-1981200" y="4445738"/>
              <a:ext cx="665394" cy="558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12CFD74-0622-4871-90CC-754ECED1181F}"/>
                </a:ext>
              </a:extLst>
            </p:cNvPr>
            <p:cNvSpPr/>
            <p:nvPr/>
          </p:nvSpPr>
          <p:spPr>
            <a:xfrm>
              <a:off x="-1968241" y="5918600"/>
              <a:ext cx="665394" cy="558000"/>
            </a:xfrm>
            <a:prstGeom prst="rect">
              <a:avLst/>
            </a:prstGeom>
            <a:solidFill>
              <a:srgbClr val="9B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3E02B4-8747-4F22-B57B-F83CE3409B5D}"/>
                </a:ext>
              </a:extLst>
            </p:cNvPr>
            <p:cNvSpPr/>
            <p:nvPr/>
          </p:nvSpPr>
          <p:spPr>
            <a:xfrm>
              <a:off x="-1968241" y="6601532"/>
              <a:ext cx="665394" cy="5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</p:grpSp>
      <p:pic>
        <p:nvPicPr>
          <p:cNvPr id="76" name="Immagine 75">
            <a:extLst>
              <a:ext uri="{FF2B5EF4-FFF2-40B4-BE49-F238E27FC236}">
                <a16:creationId xmlns:a16="http://schemas.microsoft.com/office/drawing/2014/main" id="{95832516-027B-4AAE-B17F-4643E4F885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783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D135752-B4DB-5B41-9326-ACFF54026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5"/>
            <a:ext cx="18288000" cy="941851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681E36B0-3D41-3348-843B-5A4FD9AAD05A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6DE9D9F0-2F5A-504E-8FCC-DF237D1454A3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03828E21-AFF7-3548-8B3E-4A9D2BCC2996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4581B37E-2AB3-DE44-AC3E-A922C2A69E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7" name="Segnaposto numero diapositiva 16">
            <a:extLst>
              <a:ext uri="{FF2B5EF4-FFF2-40B4-BE49-F238E27FC236}">
                <a16:creationId xmlns:a16="http://schemas.microsoft.com/office/drawing/2014/main" id="{F307A75F-882D-9F44-BE79-9920978E5E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54216CAA-59B0-1F45-B916-7F60E82038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8487DD8-DD72-1F47-A148-B724CE779E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5"/>
            <a:ext cx="805442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2" name="Segnaposto piè di pagina 5">
            <a:extLst>
              <a:ext uri="{FF2B5EF4-FFF2-40B4-BE49-F238E27FC236}">
                <a16:creationId xmlns:a16="http://schemas.microsoft.com/office/drawing/2014/main" id="{9FDE37A3-1810-F745-8117-1ABAE47DFF2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252156B-A8F8-4222-B71C-8F5878E499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86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mmagini-Compo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D135752-B4DB-5B41-9326-ACFF54026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7552" y="1986879"/>
            <a:ext cx="5502728" cy="7094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681E36B0-3D41-3348-843B-5A4FD9AAD05A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6DE9D9F0-2F5A-504E-8FCC-DF237D1454A3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03828E21-AFF7-3548-8B3E-4A9D2BCC2996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4581B37E-2AB3-DE44-AC3E-A922C2A69E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7" name="Segnaposto numero diapositiva 16">
            <a:extLst>
              <a:ext uri="{FF2B5EF4-FFF2-40B4-BE49-F238E27FC236}">
                <a16:creationId xmlns:a16="http://schemas.microsoft.com/office/drawing/2014/main" id="{F307A75F-882D-9F44-BE79-9920978E5E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54216CAA-59B0-1F45-B916-7F60E82038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7551" y="637082"/>
            <a:ext cx="8067678" cy="564108"/>
          </a:xfrm>
        </p:spPr>
        <p:txBody>
          <a:bodyPr>
            <a:noAutofit/>
          </a:bodyPr>
          <a:lstStyle>
            <a:lvl1pPr marL="0" indent="0">
              <a:buNone/>
              <a:defRPr sz="5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err="1"/>
              <a:t>Titolo</a:t>
            </a:r>
            <a:r>
              <a:rPr lang="es-ES"/>
              <a:t>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8487DD8-DD72-1F47-A148-B724CE779E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1404" y="1344805"/>
            <a:ext cx="8054424" cy="340546"/>
          </a:xfrm>
        </p:spPr>
        <p:txBody>
          <a:bodyPr>
            <a:noAutofit/>
          </a:bodyPr>
          <a:lstStyle>
            <a:lvl1pPr marL="0" marR="0" indent="0" algn="l" defTabSz="182871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8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12" name="Segnaposto piè di pagina 5">
            <a:extLst>
              <a:ext uri="{FF2B5EF4-FFF2-40B4-BE49-F238E27FC236}">
                <a16:creationId xmlns:a16="http://schemas.microsoft.com/office/drawing/2014/main" id="{9FDE37A3-1810-F745-8117-1ABAE47DFF2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C25EF530-6DE3-924F-82C0-D1A032A3900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2067722" y="1986879"/>
            <a:ext cx="5502728" cy="7094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4DB9DFF1-900D-694E-B13C-CD90DD00A80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92640" y="1986879"/>
            <a:ext cx="5502728" cy="7094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it-IT"/>
              <a:t>Fare clic sull'icona per inserire un'immagine</a:t>
            </a:r>
            <a:endParaRPr lang="es-ES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04B2BF56-2B8D-4AF4-ADEB-C64DF129BF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517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Frase enfatic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o 16">
            <a:extLst>
              <a:ext uri="{FF2B5EF4-FFF2-40B4-BE49-F238E27FC236}">
                <a16:creationId xmlns:a16="http://schemas.microsoft.com/office/drawing/2014/main" id="{38511AC7-5CCD-AD41-B1D9-5E35C3A1EE29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DB2EE335-F6BD-6041-8F98-BA6DDCF6A08C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9" name="Figura a mano libera 18">
              <a:extLst>
                <a:ext uri="{FF2B5EF4-FFF2-40B4-BE49-F238E27FC236}">
                  <a16:creationId xmlns:a16="http://schemas.microsoft.com/office/drawing/2014/main" id="{B8B6EB04-FD3C-B548-A5D4-291DEF7B09DF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9" name="Segnaposto data 8">
            <a:extLst>
              <a:ext uri="{FF2B5EF4-FFF2-40B4-BE49-F238E27FC236}">
                <a16:creationId xmlns:a16="http://schemas.microsoft.com/office/drawing/2014/main" id="{9CA14246-3E41-0D4A-901F-8186E08E29E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A35417DF-C918-7D40-BE4A-1552AA863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5BB6CF49-1B12-BD43-A5BC-9E0D86B2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0" y="3200402"/>
            <a:ext cx="1549400" cy="3175000"/>
          </a:xfrm>
          <a:prstGeom prst="rect">
            <a:avLst/>
          </a:prstGeom>
        </p:spPr>
      </p:pic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54E4D295-A19F-994E-8303-CB63107F58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06705" y="3201269"/>
            <a:ext cx="13818754" cy="3174134"/>
          </a:xfrm>
        </p:spPr>
        <p:txBody>
          <a:bodyPr anchor="ctr">
            <a:noAutofit/>
          </a:bodyPr>
          <a:lstStyle>
            <a:lvl1pPr marL="0" indent="0">
              <a:buNone/>
              <a:defRPr sz="5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Frase, </a:t>
            </a:r>
            <a:r>
              <a:rPr lang="es-ES" err="1"/>
              <a:t>concetto</a:t>
            </a:r>
            <a:r>
              <a:rPr lang="es-ES"/>
              <a:t> o </a:t>
            </a:r>
            <a:r>
              <a:rPr lang="es-ES" err="1"/>
              <a:t>citazione</a:t>
            </a:r>
            <a:r>
              <a:rPr lang="es-ES"/>
              <a:t> importante</a:t>
            </a:r>
            <a:br>
              <a:rPr lang="es-ES"/>
            </a:br>
            <a:r>
              <a:rPr lang="es-ES"/>
              <a:t>che </a:t>
            </a:r>
            <a:r>
              <a:rPr lang="es-ES" err="1"/>
              <a:t>necessita</a:t>
            </a:r>
            <a:r>
              <a:rPr lang="es-ES"/>
              <a:t> di </a:t>
            </a:r>
            <a:r>
              <a:rPr lang="es-ES" err="1"/>
              <a:t>essere</a:t>
            </a:r>
            <a:r>
              <a:rPr lang="es-ES"/>
              <a:t> </a:t>
            </a:r>
            <a:r>
              <a:rPr lang="es-ES" err="1"/>
              <a:t>enfatizzato</a:t>
            </a:r>
            <a:r>
              <a:rPr lang="es-ES"/>
              <a:t>.</a:t>
            </a:r>
          </a:p>
        </p:txBody>
      </p:sp>
      <p:sp>
        <p:nvSpPr>
          <p:cNvPr id="11" name="Segnaposto piè di pagina 5">
            <a:extLst>
              <a:ext uri="{FF2B5EF4-FFF2-40B4-BE49-F238E27FC236}">
                <a16:creationId xmlns:a16="http://schemas.microsoft.com/office/drawing/2014/main" id="{C18D41EF-78B8-A84E-A986-73B73C15E1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8829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Vuo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152EABBE-D28A-994D-AE03-FE436EA46638}"/>
              </a:ext>
            </a:extLst>
          </p:cNvPr>
          <p:cNvGrpSpPr/>
          <p:nvPr/>
        </p:nvGrpSpPr>
        <p:grpSpPr>
          <a:xfrm>
            <a:off x="-1" y="9409193"/>
            <a:ext cx="18288002" cy="896010"/>
            <a:chOff x="-1" y="4704594"/>
            <a:chExt cx="9144001" cy="448005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1A7EF9B9-038C-A348-AA0F-7B33A4A48007}"/>
                </a:ext>
              </a:extLst>
            </p:cNvPr>
            <p:cNvSpPr/>
            <p:nvPr/>
          </p:nvSpPr>
          <p:spPr>
            <a:xfrm>
              <a:off x="-1" y="4704594"/>
              <a:ext cx="9143999" cy="44482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92897B61-B4F5-1949-A605-909E1CEEA26A}"/>
                </a:ext>
              </a:extLst>
            </p:cNvPr>
            <p:cNvSpPr/>
            <p:nvPr/>
          </p:nvSpPr>
          <p:spPr>
            <a:xfrm>
              <a:off x="7301819" y="4704594"/>
              <a:ext cx="1842181" cy="448005"/>
            </a:xfrm>
            <a:custGeom>
              <a:avLst/>
              <a:gdLst>
                <a:gd name="connsiteX0" fmla="*/ 0 w 1842181"/>
                <a:gd name="connsiteY0" fmla="*/ 441588 h 441588"/>
                <a:gd name="connsiteX1" fmla="*/ 209642 w 1842181"/>
                <a:gd name="connsiteY1" fmla="*/ 0 h 441588"/>
                <a:gd name="connsiteX2" fmla="*/ 1842181 w 1842181"/>
                <a:gd name="connsiteY2" fmla="*/ 0 h 441588"/>
                <a:gd name="connsiteX3" fmla="*/ 1842181 w 1842181"/>
                <a:gd name="connsiteY3" fmla="*/ 441588 h 441588"/>
                <a:gd name="connsiteX4" fmla="*/ 0 w 1842181"/>
                <a:gd name="connsiteY4" fmla="*/ 441588 h 441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181" h="441588">
                  <a:moveTo>
                    <a:pt x="0" y="441588"/>
                  </a:moveTo>
                  <a:lnTo>
                    <a:pt x="209642" y="0"/>
                  </a:lnTo>
                  <a:lnTo>
                    <a:pt x="1842181" y="0"/>
                  </a:lnTo>
                  <a:lnTo>
                    <a:pt x="1842181" y="441588"/>
                  </a:lnTo>
                  <a:lnTo>
                    <a:pt x="0" y="4415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</p:grpSp>
      <p:sp>
        <p:nvSpPr>
          <p:cNvPr id="9" name="Segnaposto data 8">
            <a:extLst>
              <a:ext uri="{FF2B5EF4-FFF2-40B4-BE49-F238E27FC236}">
                <a16:creationId xmlns:a16="http://schemas.microsoft.com/office/drawing/2014/main" id="{9CA14246-3E41-0D4A-901F-8186E08E29E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A35417DF-C918-7D40-BE4A-1552AA863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sp>
        <p:nvSpPr>
          <p:cNvPr id="15" name="Segnaposto piè di pagina 5">
            <a:extLst>
              <a:ext uri="{FF2B5EF4-FFF2-40B4-BE49-F238E27FC236}">
                <a16:creationId xmlns:a16="http://schemas.microsoft.com/office/drawing/2014/main" id="{32C35B6F-5AE4-CF4E-9FE8-99F451F34D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806703" y="9584119"/>
            <a:ext cx="5810250" cy="549274"/>
          </a:xfrm>
        </p:spPr>
        <p:txBody>
          <a:bodyPr/>
          <a:lstStyle/>
          <a:p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59F164F-60CA-4477-9CA7-8AD46439C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12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>
            <a:extLst>
              <a:ext uri="{FF2B5EF4-FFF2-40B4-BE49-F238E27FC236}">
                <a16:creationId xmlns:a16="http://schemas.microsoft.com/office/drawing/2014/main" id="{74A997BD-A04A-4B08-A4A8-F7A2244041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" y="3"/>
            <a:ext cx="19050" cy="1905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14400" y="411956"/>
            <a:ext cx="16459200" cy="1059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91440" tIns="45720" rIns="91440" bIns="45720" anchor="ctr" anchorCtr="0">
            <a:normAutofit/>
          </a:bodyPr>
          <a:lstStyle>
            <a:lvl1pPr algn="l">
              <a:defRPr sz="4800" b="0" i="0" u="none" cap="none" baseline="0">
                <a:solidFill>
                  <a:srgbClr val="FF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5515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297FA01E-24AC-49D4-8C41-C51389DC6FF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" y="3"/>
            <a:ext cx="19050" cy="1905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11956"/>
            <a:ext cx="16459200" cy="1059136"/>
          </a:xfrm>
          <a:noFill/>
          <a:ln>
            <a:noFill/>
          </a:ln>
        </p:spPr>
        <p:txBody>
          <a:bodyPr>
            <a:normAutofit/>
          </a:bodyPr>
          <a:lstStyle>
            <a:lvl1pPr algn="l">
              <a:defRPr sz="48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1579104"/>
            <a:ext cx="164592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85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hea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5" y="2385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5" y="2385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3" y="3"/>
            <a:ext cx="238126" cy="238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en-US" sz="5400" b="0" i="0" baseline="0">
              <a:latin typeface="Chronicle Display Black"/>
              <a:sym typeface="Chronicle Display Black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3" y="1207010"/>
            <a:ext cx="5021086" cy="2993704"/>
          </a:xfrm>
        </p:spPr>
        <p:txBody>
          <a:bodyPr vert="horz" rIns="0"/>
          <a:lstStyle>
            <a:lvl1pPr>
              <a:defRPr lang="en-US" sz="5400" spc="-112" dirty="0">
                <a:latin typeface="Chronicle Display Black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371605" y="4114803"/>
            <a:ext cx="5033962" cy="1754982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983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2476">
                <a:solidFill>
                  <a:srgbClr val="004B44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9868614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ver Principa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23EBE529-CA31-9949-BE59-8446479EE3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408" y="2280533"/>
            <a:ext cx="516800" cy="1059018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41B2E585-F3C1-3C40-9C21-F69290FD3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7200" y="5244666"/>
            <a:ext cx="9648828" cy="10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50000"/>
              </a:lnSpc>
              <a:buNone/>
              <a:defRPr sz="4400" spc="0">
                <a:solidFill>
                  <a:schemeClr val="bg1"/>
                </a:solidFill>
              </a:defRPr>
            </a:lvl1pPr>
            <a:lvl2pPr marL="914356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8" indent="0" algn="ctr">
              <a:buNone/>
              <a:defRPr sz="3200"/>
            </a:lvl5pPr>
            <a:lvl6pPr marL="4571772" indent="0" algn="ctr">
              <a:buNone/>
              <a:defRPr sz="3200"/>
            </a:lvl6pPr>
            <a:lvl7pPr marL="5486128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6" indent="0" algn="ctr">
              <a:buNone/>
              <a:defRPr sz="3200"/>
            </a:lvl9pPr>
          </a:lstStyle>
          <a:p>
            <a:r>
              <a:rPr lang="es-ES" err="1"/>
              <a:t>Sottotitolo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3E55FE-CCD1-B54A-902C-10F65F4376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0" y="2280534"/>
            <a:ext cx="9648828" cy="243117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4000"/>
              </a:lnSpc>
              <a:defRPr sz="9000" b="1">
                <a:solidFill>
                  <a:schemeClr val="bg1"/>
                </a:solidFill>
              </a:defRPr>
            </a:lvl1pPr>
          </a:lstStyle>
          <a:p>
            <a:r>
              <a:rPr lang="es-ES" err="1"/>
              <a:t>Corporate</a:t>
            </a:r>
            <a:r>
              <a:rPr lang="es-ES"/>
              <a:t> PPT</a:t>
            </a:r>
            <a:br>
              <a:rPr lang="es-ES"/>
            </a:br>
            <a:r>
              <a:rPr lang="es-ES" err="1"/>
              <a:t>Titolo</a:t>
            </a:r>
            <a:r>
              <a:rPr lang="es-ES"/>
              <a:t>/</a:t>
            </a:r>
            <a:r>
              <a:rPr lang="es-ES" err="1"/>
              <a:t>Progetto</a:t>
            </a:r>
            <a:endParaRPr lang="es-ES"/>
          </a:p>
        </p:txBody>
      </p:sp>
      <p:sp>
        <p:nvSpPr>
          <p:cNvPr id="24" name="Marcador de fecha 3">
            <a:extLst>
              <a:ext uri="{FF2B5EF4-FFF2-40B4-BE49-F238E27FC236}">
                <a16:creationId xmlns:a16="http://schemas.microsoft.com/office/drawing/2014/main" id="{565168C7-3273-4843-92D7-0D9078A11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7201" y="9089811"/>
            <a:ext cx="2952750" cy="549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B57D0BB-2696-44E6-9F8C-10D8925DD4B3}" type="datetime4">
              <a:rPr lang="it-IT" smtClean="0"/>
              <a:t>22 luglio 2026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576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econdar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E55FE-CCD1-B54A-902C-10F65F4376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0" y="2280534"/>
            <a:ext cx="9648828" cy="243117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4000"/>
              </a:lnSpc>
              <a:defRPr sz="9000" b="1">
                <a:solidFill>
                  <a:schemeClr val="tx1"/>
                </a:solidFill>
              </a:defRPr>
            </a:lvl1pPr>
          </a:lstStyle>
          <a:p>
            <a:r>
              <a:rPr lang="es-ES" err="1"/>
              <a:t>Grazie</a:t>
            </a:r>
            <a:br>
              <a:rPr lang="es-ES"/>
            </a:br>
            <a:r>
              <a:rPr lang="es-ES"/>
              <a:t>per </a:t>
            </a:r>
            <a:r>
              <a:rPr lang="es-ES" err="1"/>
              <a:t>l’attenzione</a:t>
            </a:r>
            <a:r>
              <a:rPr lang="es-ES"/>
              <a:t>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B2E585-F3C1-3C40-9C21-F69290FD38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27200" y="5244666"/>
            <a:ext cx="9648828" cy="10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50000"/>
              </a:lnSpc>
              <a:buNone/>
              <a:defRPr sz="4400" spc="0">
                <a:solidFill>
                  <a:schemeClr val="tx1"/>
                </a:solidFill>
              </a:defRPr>
            </a:lvl1pPr>
            <a:lvl2pPr marL="914356" indent="0" algn="ctr">
              <a:buNone/>
              <a:defRPr sz="4000"/>
            </a:lvl2pPr>
            <a:lvl3pPr marL="1828710" indent="0" algn="ctr">
              <a:buNone/>
              <a:defRPr sz="3600"/>
            </a:lvl3pPr>
            <a:lvl4pPr marL="2743064" indent="0" algn="ctr">
              <a:buNone/>
              <a:defRPr sz="3200"/>
            </a:lvl4pPr>
            <a:lvl5pPr marL="3657418" indent="0" algn="ctr">
              <a:buNone/>
              <a:defRPr sz="3200"/>
            </a:lvl5pPr>
            <a:lvl6pPr marL="4571772" indent="0" algn="ctr">
              <a:buNone/>
              <a:defRPr sz="3200"/>
            </a:lvl6pPr>
            <a:lvl7pPr marL="5486128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6" indent="0" algn="ctr">
              <a:buNone/>
              <a:defRPr sz="3200"/>
            </a:lvl9pPr>
          </a:lstStyle>
          <a:p>
            <a:r>
              <a:rPr lang="es-ES" err="1"/>
              <a:t>Rimaniamo</a:t>
            </a:r>
            <a:r>
              <a:rPr lang="es-ES"/>
              <a:t> in </a:t>
            </a:r>
            <a:r>
              <a:rPr lang="es-ES" err="1"/>
              <a:t>contatto</a:t>
            </a:r>
            <a:r>
              <a:rPr lang="es-ES"/>
              <a:t>!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30A53C-59BC-FF4E-803F-7590EFE0E973}"/>
              </a:ext>
            </a:extLst>
          </p:cNvPr>
          <p:cNvSpPr txBox="1"/>
          <p:nvPr userDrawn="1"/>
        </p:nvSpPr>
        <p:spPr>
          <a:xfrm>
            <a:off x="1727201" y="8069530"/>
            <a:ext cx="2952750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2400" b="1"/>
              <a:t>SisalPay S.p.A.</a:t>
            </a:r>
          </a:p>
          <a:p>
            <a:r>
              <a:rPr lang="it-IT" sz="2400"/>
              <a:t>Via A. di Tocqueville, 13</a:t>
            </a:r>
          </a:p>
          <a:p>
            <a:r>
              <a:rPr lang="it-IT" sz="2400"/>
              <a:t>20154 Milano</a:t>
            </a:r>
          </a:p>
          <a:p>
            <a:r>
              <a:rPr lang="it-IT" sz="2400" b="1"/>
              <a:t>www.mooneygroup.it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04B4384-0042-FB48-AAD9-3D2301392C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059" y="2280533"/>
            <a:ext cx="529510" cy="10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693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se enfatica">
  <p:cSld name="1_Frase enfatica">
    <p:bg>
      <p:bgPr>
        <a:solidFill>
          <a:schemeClr val="accent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9FC9736-200B-4463-0C95-1BD3AAA96C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3" y="2383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FC9736-200B-4463-0C95-1BD3AAA96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3" y="2383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Google Shape;33;p87"/>
          <p:cNvSpPr txBox="1">
            <a:spLocks noGrp="1"/>
          </p:cNvSpPr>
          <p:nvPr>
            <p:ph type="body" idx="1"/>
          </p:nvPr>
        </p:nvSpPr>
        <p:spPr>
          <a:xfrm>
            <a:off x="2806703" y="3201267"/>
            <a:ext cx="13818754" cy="317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914378" lvl="0" indent="-45718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56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756" lvl="1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132" lvl="2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508" lvl="3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886" lvl="4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264" lvl="5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640" lvl="6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5018" lvl="7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394" lvl="8" indent="-68578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42585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5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42" Type="http://schemas.openxmlformats.org/officeDocument/2006/relationships/slideLayout" Target="../slideLayouts/slideLayout44.xml"/><Relationship Id="rId47" Type="http://schemas.openxmlformats.org/officeDocument/2006/relationships/slideLayout" Target="../slideLayouts/slideLayout49.xml"/><Relationship Id="rId50" Type="http://schemas.openxmlformats.org/officeDocument/2006/relationships/oleObject" Target="../embeddings/oleObject1.bin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7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8.xml"/><Relationship Id="rId49" Type="http://schemas.openxmlformats.org/officeDocument/2006/relationships/tags" Target="../tags/tag1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46.xml"/><Relationship Id="rId52" Type="http://schemas.openxmlformats.org/officeDocument/2006/relationships/image" Target="../media/image4.jpe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43" Type="http://schemas.openxmlformats.org/officeDocument/2006/relationships/slideLayout" Target="../slideLayouts/slideLayout45.xml"/><Relationship Id="rId48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51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40.xml"/><Relationship Id="rId4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22.xml"/><Relationship Id="rId41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DFB197-FD01-10BE-5C9C-9B6B1799B7B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5370175" y="63500"/>
            <a:ext cx="2879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Questo documento è classificato come Uso Interno.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ggetto 7" hidden="1">
            <a:extLst>
              <a:ext uri="{FF2B5EF4-FFF2-40B4-BE49-F238E27FC236}">
                <a16:creationId xmlns:a16="http://schemas.microsoft.com/office/drawing/2014/main" id="{B2CCDEB0-DAA2-E56B-D6C7-A472C0C0E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9"/>
            </p:custDataLst>
          </p:nvPr>
        </p:nvGraphicFramePr>
        <p:xfrm>
          <a:off x="2383" y="2383"/>
          <a:ext cx="2382" cy="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395" imgH="396" progId="TCLayout.ActiveDocument.1">
                  <p:embed/>
                </p:oleObj>
              </mc:Choice>
              <mc:Fallback>
                <p:oleObj name="think-cell Slide" r:id="rId50" imgW="395" imgH="396" progId="TCLayout.ActiveDocument.1">
                  <p:embed/>
                  <p:pic>
                    <p:nvPicPr>
                      <p:cNvPr id="8" name="Oggetto 7" hidden="1">
                        <a:extLst>
                          <a:ext uri="{FF2B5EF4-FFF2-40B4-BE49-F238E27FC236}">
                            <a16:creationId xmlns:a16="http://schemas.microsoft.com/office/drawing/2014/main" id="{B2CCDEB0-DAA2-E56B-D6C7-A472C0C0E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383" y="2383"/>
                        <a:ext cx="2382" cy="2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FEE27C-1F75-D744-AE62-9AFD02E2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2" y="662154"/>
            <a:ext cx="16852900" cy="9539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it-IT"/>
              <a:t>Fare clic per modificare lo stile del titolo del modello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4D3735-4706-D14E-A99A-AA7CEEE3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552" y="2406653"/>
            <a:ext cx="16852900" cy="63214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it-IT" noProof="0"/>
              <a:t>Modifica degli stili di testo di ripetizione
Secondo livello
Terzo livello
Quarto livello
Quinto livello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F993D7-F0F4-CC44-B8EF-80658CE28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02778" y="9584117"/>
            <a:ext cx="1406524" cy="549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it-I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17FF3-FFFF-8842-ABDE-4703B6703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06703" y="9584117"/>
            <a:ext cx="5810250" cy="549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it-I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D75B5D-373E-5C42-979C-C779CFC1B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553" y="9578125"/>
            <a:ext cx="799438" cy="549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6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F312CF7D-ADE2-4CA0-A7A9-34B3EBED93A8}" type="slidenum">
              <a:rPr lang="it-IT" smtClean="0"/>
              <a:t>‹N›</a:t>
            </a:fld>
            <a:endParaRPr lang="it-IT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782E2A-047D-46E7-A77B-9F52B4AA6084}"/>
              </a:ext>
            </a:extLst>
          </p:cNvPr>
          <p:cNvGrpSpPr/>
          <p:nvPr userDrawn="1"/>
        </p:nvGrpSpPr>
        <p:grpSpPr>
          <a:xfrm>
            <a:off x="-1252659" y="1833576"/>
            <a:ext cx="800694" cy="6173464"/>
            <a:chOff x="-1981200" y="1269158"/>
            <a:chExt cx="678353" cy="589037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6F3AB1-986A-419D-AD80-97E6EA7D74DF}"/>
                </a:ext>
              </a:extLst>
            </p:cNvPr>
            <p:cNvSpPr/>
            <p:nvPr/>
          </p:nvSpPr>
          <p:spPr>
            <a:xfrm>
              <a:off x="-1981200" y="1269158"/>
              <a:ext cx="665394" cy="558000"/>
            </a:xfrm>
            <a:prstGeom prst="rect">
              <a:avLst/>
            </a:prstGeom>
            <a:solidFill>
              <a:srgbClr val="00B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5CF8AC-53C0-4449-947F-9AA394BA9113}"/>
                </a:ext>
              </a:extLst>
            </p:cNvPr>
            <p:cNvSpPr/>
            <p:nvPr/>
          </p:nvSpPr>
          <p:spPr>
            <a:xfrm>
              <a:off x="-1981200" y="2067034"/>
              <a:ext cx="665394" cy="558000"/>
            </a:xfrm>
            <a:prstGeom prst="rect">
              <a:avLst/>
            </a:prstGeom>
            <a:solidFill>
              <a:srgbClr val="4DAC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AD24FF-72F3-4DAE-B1B5-3EA444B31BB2}"/>
                </a:ext>
              </a:extLst>
            </p:cNvPr>
            <p:cNvSpPr/>
            <p:nvPr/>
          </p:nvSpPr>
          <p:spPr>
            <a:xfrm>
              <a:off x="-1981200" y="2864910"/>
              <a:ext cx="665394" cy="558000"/>
            </a:xfrm>
            <a:prstGeom prst="rect">
              <a:avLst/>
            </a:prstGeom>
            <a:solidFill>
              <a:srgbClr val="7FD8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E16A54-FBD1-4808-9F2F-A99E67CB74C3}"/>
                </a:ext>
              </a:extLst>
            </p:cNvPr>
            <p:cNvSpPr/>
            <p:nvPr/>
          </p:nvSpPr>
          <p:spPr>
            <a:xfrm>
              <a:off x="-1981200" y="5168256"/>
              <a:ext cx="665394" cy="558000"/>
            </a:xfrm>
            <a:prstGeom prst="rect">
              <a:avLst/>
            </a:prstGeom>
            <a:solidFill>
              <a:srgbClr val="CDD8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BEECE2B-D808-44F9-BBB9-EF676F9EBFC7}"/>
                </a:ext>
              </a:extLst>
            </p:cNvPr>
            <p:cNvSpPr/>
            <p:nvPr/>
          </p:nvSpPr>
          <p:spPr>
            <a:xfrm>
              <a:off x="-1968241" y="3662786"/>
              <a:ext cx="665394" cy="558000"/>
            </a:xfrm>
            <a:prstGeom prst="rect">
              <a:avLst/>
            </a:prstGeom>
            <a:solidFill>
              <a:srgbClr val="CCF0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212DCE-F084-4F84-914E-DF53E751DFB9}"/>
                </a:ext>
              </a:extLst>
            </p:cNvPr>
            <p:cNvSpPr/>
            <p:nvPr/>
          </p:nvSpPr>
          <p:spPr>
            <a:xfrm>
              <a:off x="-1981200" y="4445738"/>
              <a:ext cx="665394" cy="558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358A82-0177-4075-BD95-256DE497D455}"/>
                </a:ext>
              </a:extLst>
            </p:cNvPr>
            <p:cNvSpPr/>
            <p:nvPr/>
          </p:nvSpPr>
          <p:spPr>
            <a:xfrm>
              <a:off x="-1968241" y="5918600"/>
              <a:ext cx="665394" cy="558000"/>
            </a:xfrm>
            <a:prstGeom prst="rect">
              <a:avLst/>
            </a:prstGeom>
            <a:solidFill>
              <a:srgbClr val="9B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5BA52AE-7D5E-4555-A69A-6D2F58169684}"/>
                </a:ext>
              </a:extLst>
            </p:cNvPr>
            <p:cNvSpPr/>
            <p:nvPr/>
          </p:nvSpPr>
          <p:spPr>
            <a:xfrm>
              <a:off x="-1968241" y="6601532"/>
              <a:ext cx="665394" cy="5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700"/>
            </a:p>
          </p:txBody>
        </p:sp>
      </p:grpSp>
      <p:pic>
        <p:nvPicPr>
          <p:cNvPr id="20" name="Immagine 19">
            <a:extLst>
              <a:ext uri="{FF2B5EF4-FFF2-40B4-BE49-F238E27FC236}">
                <a16:creationId xmlns:a16="http://schemas.microsoft.com/office/drawing/2014/main" id="{C8DEF000-6079-436B-AB1C-0527681AD21D}"/>
              </a:ext>
            </a:extLst>
          </p:cNvPr>
          <p:cNvPicPr>
            <a:picLocks noChangeAspect="1"/>
          </p:cNvPicPr>
          <p:nvPr userDrawn="1"/>
        </p:nvPicPr>
        <p:blipFill>
          <a:blip r:embed="rId52"/>
          <a:stretch>
            <a:fillRect/>
          </a:stretch>
        </p:blipFill>
        <p:spPr>
          <a:xfrm>
            <a:off x="15511964" y="9683756"/>
            <a:ext cx="2280592" cy="5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5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  <p:sldLayoutId id="2147483930" r:id="rId18"/>
    <p:sldLayoutId id="2147483931" r:id="rId19"/>
    <p:sldLayoutId id="2147483932" r:id="rId20"/>
    <p:sldLayoutId id="2147483934" r:id="rId21"/>
    <p:sldLayoutId id="2147483935" r:id="rId22"/>
    <p:sldLayoutId id="2147483961" r:id="rId23"/>
    <p:sldLayoutId id="2147483962" r:id="rId24"/>
    <p:sldLayoutId id="2147483963" r:id="rId25"/>
    <p:sldLayoutId id="2147483964" r:id="rId26"/>
    <p:sldLayoutId id="2147483965" r:id="rId27"/>
    <p:sldLayoutId id="2147483966" r:id="rId28"/>
    <p:sldLayoutId id="2147483967" r:id="rId29"/>
    <p:sldLayoutId id="2147483968" r:id="rId30"/>
    <p:sldLayoutId id="2147483969" r:id="rId31"/>
    <p:sldLayoutId id="2147483970" r:id="rId32"/>
    <p:sldLayoutId id="2147483971" r:id="rId33"/>
    <p:sldLayoutId id="2147483972" r:id="rId34"/>
    <p:sldLayoutId id="2147483973" r:id="rId35"/>
    <p:sldLayoutId id="2147483974" r:id="rId36"/>
    <p:sldLayoutId id="2147483975" r:id="rId37"/>
    <p:sldLayoutId id="2147483976" r:id="rId38"/>
    <p:sldLayoutId id="2147483977" r:id="rId39"/>
    <p:sldLayoutId id="2147483978" r:id="rId40"/>
    <p:sldLayoutId id="2147483979" r:id="rId41"/>
    <p:sldLayoutId id="2147483980" r:id="rId42"/>
    <p:sldLayoutId id="2147483981" r:id="rId43"/>
    <p:sldLayoutId id="2147483982" r:id="rId44"/>
    <p:sldLayoutId id="2147483983" r:id="rId45"/>
    <p:sldLayoutId id="2147483984" r:id="rId46"/>
    <p:sldLayoutId id="2147483985" r:id="rId4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6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Tipo de letra del sistema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52" userDrawn="1">
          <p15:clr>
            <a:srgbClr val="F26B43"/>
          </p15:clr>
        </p15:guide>
        <p15:guide id="3" pos="2948" userDrawn="1">
          <p15:clr>
            <a:srgbClr val="F26B43"/>
          </p15:clr>
        </p15:guide>
        <p15:guide id="4" pos="3174" userDrawn="1">
          <p15:clr>
            <a:srgbClr val="F26B43"/>
          </p15:clr>
        </p15:guide>
        <p15:guide id="5" pos="5850" userDrawn="1">
          <p15:clr>
            <a:srgbClr val="F26B43"/>
          </p15:clr>
        </p15:guide>
        <p15:guide id="6" pos="5986" userDrawn="1">
          <p15:clr>
            <a:srgbClr val="F26B43"/>
          </p15:clr>
        </p15:guide>
        <p15:guide id="7" pos="9752" userDrawn="1">
          <p15:clr>
            <a:srgbClr val="F26B43"/>
          </p15:clr>
        </p15:guide>
        <p15:guide id="8" pos="5670" userDrawn="1">
          <p15:clr>
            <a:srgbClr val="F26B43"/>
          </p15:clr>
        </p15:guide>
        <p15:guide id="10" pos="11068" userDrawn="1">
          <p15:clr>
            <a:srgbClr val="F26B43"/>
          </p15:clr>
        </p15:guide>
        <p15:guide id="14" pos="5534" userDrawn="1">
          <p15:clr>
            <a:srgbClr val="F26B43"/>
          </p15:clr>
        </p15:guide>
        <p15:guide id="16" pos="8346" userDrawn="1">
          <p15:clr>
            <a:srgbClr val="F26B43"/>
          </p15:clr>
        </p15:guide>
        <p15:guide id="17" pos="1768" userDrawn="1">
          <p15:clr>
            <a:srgbClr val="F26B43"/>
          </p15:clr>
        </p15:guide>
        <p15:guide id="18" pos="4354" userDrawn="1">
          <p15:clr>
            <a:srgbClr val="F26B43"/>
          </p15:clr>
        </p15:guide>
        <p15:guide id="19" pos="7166" userDrawn="1">
          <p15:clr>
            <a:srgbClr val="F26B43"/>
          </p15:clr>
        </p15:guide>
        <p15:guide id="20" pos="8572" userDrawn="1">
          <p15:clr>
            <a:srgbClr val="F26B43"/>
          </p15:clr>
        </p15:guide>
        <p15:guide id="21" orient="horz" pos="518" userDrawn="1">
          <p15:clr>
            <a:srgbClr val="F26B43"/>
          </p15:clr>
        </p15:guide>
        <p15:guide id="22" orient="horz" pos="1018" userDrawn="1">
          <p15:clr>
            <a:srgbClr val="F26B43"/>
          </p15:clr>
        </p15:guide>
        <p15:guide id="23" orient="horz" pos="1516" userDrawn="1">
          <p15:clr>
            <a:srgbClr val="F26B43"/>
          </p15:clr>
        </p15:guide>
        <p15:guide id="24" orient="horz" pos="2016" userDrawn="1">
          <p15:clr>
            <a:srgbClr val="F26B43"/>
          </p15:clr>
        </p15:guide>
        <p15:guide id="25" orient="horz" pos="2514" userDrawn="1">
          <p15:clr>
            <a:srgbClr val="F26B43"/>
          </p15:clr>
        </p15:guide>
        <p15:guide id="26" orient="horz" pos="3014" userDrawn="1">
          <p15:clr>
            <a:srgbClr val="F26B43"/>
          </p15:clr>
        </p15:guide>
        <p15:guide id="27" orient="horz" pos="3512" userDrawn="1">
          <p15:clr>
            <a:srgbClr val="F26B43"/>
          </p15:clr>
        </p15:guide>
        <p15:guide id="28" orient="horz" pos="4012" userDrawn="1">
          <p15:clr>
            <a:srgbClr val="F26B43"/>
          </p15:clr>
        </p15:guide>
        <p15:guide id="29" orient="horz" pos="4510" userDrawn="1">
          <p15:clr>
            <a:srgbClr val="F26B43"/>
          </p15:clr>
        </p15:guide>
        <p15:guide id="30" orient="horz" pos="5010" userDrawn="1">
          <p15:clr>
            <a:srgbClr val="F26B43"/>
          </p15:clr>
        </p15:guide>
        <p15:guide id="31" orient="horz" pos="5508" userDrawn="1">
          <p15:clr>
            <a:srgbClr val="F26B43"/>
          </p15:clr>
        </p15:guide>
        <p15:guide id="32" orient="horz" pos="5962" userDrawn="1">
          <p15:clr>
            <a:srgbClr val="F26B43"/>
          </p15:clr>
        </p15:guide>
        <p15:guide id="33" orient="horz" pos="428" userDrawn="1">
          <p15:clr>
            <a:srgbClr val="F26B43"/>
          </p15:clr>
        </p15:guide>
        <p15:guide id="34" orient="horz" pos="60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BF3A9E0-AC15-9153-2B39-7F42C3E058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3176"/>
          <a:ext cx="3176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F3A9E0-AC15-9153-2B39-7F42C3E058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6" y="3176"/>
                        <a:ext cx="3176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ubtitle 1">
            <a:extLst>
              <a:ext uri="{FF2B5EF4-FFF2-40B4-BE49-F238E27FC236}">
                <a16:creationId xmlns:a16="http://schemas.microsoft.com/office/drawing/2014/main" id="{8F5F37F5-3370-C553-91F2-92BC2B5F3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199" y="3885208"/>
            <a:ext cx="11144738" cy="1051364"/>
          </a:xfr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4800" b="0" dirty="0">
                <a:solidFill>
                  <a:schemeClr val="bg1"/>
                </a:solidFill>
              </a:rPr>
              <a:t>Progetti in </a:t>
            </a:r>
            <a:r>
              <a:rPr lang="it-IT" sz="4800" b="0" dirty="0" err="1">
                <a:solidFill>
                  <a:schemeClr val="bg1"/>
                </a:solidFill>
              </a:rPr>
              <a:t>Execution</a:t>
            </a:r>
            <a:r>
              <a:rPr lang="it-IT" sz="4800" b="0" dirty="0">
                <a:solidFill>
                  <a:schemeClr val="bg1"/>
                </a:solidFill>
              </a:rPr>
              <a:t> | Executive </a:t>
            </a:r>
            <a:r>
              <a:rPr lang="it-IT" sz="4800" b="0" dirty="0" err="1">
                <a:solidFill>
                  <a:schemeClr val="bg1"/>
                </a:solidFill>
              </a:rPr>
              <a:t>Summary</a:t>
            </a:r>
            <a:endParaRPr lang="it-IT" sz="2800" b="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C196BE-FAD2-335A-C08B-ED305D6EF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200" y="2280532"/>
            <a:ext cx="9648828" cy="1255515"/>
          </a:xfrm>
        </p:spPr>
        <p:txBody>
          <a:bodyPr vert="horz"/>
          <a:lstStyle>
            <a:defPPr>
              <a:defRPr lang="it-IT"/>
            </a:defPPr>
            <a:lvl1pPr marL="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9600">
                <a:solidFill>
                  <a:schemeClr val="bg1"/>
                </a:solidFill>
              </a:rPr>
              <a:t>SAL PM IT</a:t>
            </a:r>
            <a:endParaRPr lang="it-IT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06357C72-62AF-E7FF-7996-59A88777D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7200" y="9089809"/>
            <a:ext cx="3506952" cy="549274"/>
          </a:xfrm>
        </p:spPr>
        <p:txBody>
          <a:bodyPr/>
          <a:lstStyle>
            <a:defPPr>
              <a:defRPr lang="it-IT"/>
            </a:defPPr>
            <a:lvl1pPr marL="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0" algn="l" defTabSz="18288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19 Giugno 2026</a:t>
            </a:r>
            <a:endParaRPr lang="es-E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508C879-291D-92D8-6130-1D7B4AD17E08}"/>
              </a:ext>
            </a:extLst>
          </p:cNvPr>
          <p:cNvSpPr txBox="1">
            <a:spLocks/>
          </p:cNvSpPr>
          <p:nvPr/>
        </p:nvSpPr>
        <p:spPr>
          <a:xfrm>
            <a:off x="1727200" y="8833732"/>
            <a:ext cx="9648828" cy="373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it-IT"/>
            </a:defPPr>
            <a:lvl1pPr marL="0" algn="l" defTabSz="914400" rtl="0" eaLnBrk="1" latinLnBrk="0" hangingPunct="1">
              <a:lnSpc>
                <a:spcPct val="84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9144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b="0">
                <a:solidFill>
                  <a:schemeClr val="bg1"/>
                </a:solidFill>
              </a:rPr>
              <a:t>19 Giugno 2026</a:t>
            </a:r>
            <a:endParaRPr lang="it-IT" sz="2400" b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351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504950"/>
            <a:ext cx="188595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571500" y="3424238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776538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8" name="Text 5"/>
          <p:cNvSpPr/>
          <p:nvPr/>
        </p:nvSpPr>
        <p:spPr>
          <a:xfrm>
            <a:off x="533400" y="277653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71500" y="4271963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3624263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12" name="Text 9"/>
          <p:cNvSpPr/>
          <p:nvPr/>
        </p:nvSpPr>
        <p:spPr>
          <a:xfrm>
            <a:off x="533400" y="362426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95400" y="3709988"/>
            <a:ext cx="54812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Payments, Banking, Card &amp; Paytech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571500" y="5119688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4471988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16" name="Text 13"/>
          <p:cNvSpPr/>
          <p:nvPr/>
        </p:nvSpPr>
        <p:spPr>
          <a:xfrm>
            <a:off x="533400" y="44719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95400" y="4557713"/>
            <a:ext cx="52992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Brand Marketing &amp; Communication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571500" y="5967413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5319713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20" name="Text 17"/>
          <p:cNvSpPr/>
          <p:nvPr/>
        </p:nvSpPr>
        <p:spPr>
          <a:xfrm>
            <a:off x="533400" y="531971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295400" y="5405438"/>
            <a:ext cx="1756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Sales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571500" y="6815138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6167438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24" name="Text 21"/>
          <p:cNvSpPr/>
          <p:nvPr/>
        </p:nvSpPr>
        <p:spPr>
          <a:xfrm>
            <a:off x="533400" y="616743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295400" y="6253163"/>
            <a:ext cx="24074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Operations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571500" y="7662863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7015163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28" name="Text 25"/>
          <p:cNvSpPr/>
          <p:nvPr/>
        </p:nvSpPr>
        <p:spPr>
          <a:xfrm>
            <a:off x="533400" y="701516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295400" y="7100888"/>
            <a:ext cx="4688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TelCO, Mobility &amp; Easy Cassa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9525000" y="3424238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1" name="Shape 28"/>
          <p:cNvSpPr/>
          <p:nvPr/>
        </p:nvSpPr>
        <p:spPr>
          <a:xfrm>
            <a:off x="9525000" y="2776538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32" name="Text 29"/>
          <p:cNvSpPr/>
          <p:nvPr/>
        </p:nvSpPr>
        <p:spPr>
          <a:xfrm>
            <a:off x="9486900" y="277653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0248900" y="2862263"/>
            <a:ext cx="62377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 – Risk Management &amp; Information Security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9525000" y="4271963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5" name="Shape 32"/>
          <p:cNvSpPr/>
          <p:nvPr/>
        </p:nvSpPr>
        <p:spPr>
          <a:xfrm>
            <a:off x="9525000" y="3624263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36" name="Text 33"/>
          <p:cNvSpPr/>
          <p:nvPr/>
        </p:nvSpPr>
        <p:spPr>
          <a:xfrm>
            <a:off x="9486900" y="362426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0248900" y="3655560"/>
            <a:ext cx="2980913" cy="367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 Speciali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9525000" y="5119688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9" name="Shape 36"/>
          <p:cNvSpPr/>
          <p:nvPr/>
        </p:nvSpPr>
        <p:spPr>
          <a:xfrm>
            <a:off x="9525000" y="4471988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40" name="Text 37"/>
          <p:cNvSpPr/>
          <p:nvPr/>
        </p:nvSpPr>
        <p:spPr>
          <a:xfrm>
            <a:off x="9486900" y="44719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10248900" y="4557713"/>
            <a:ext cx="32154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 – Technology &amp; Data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9525000" y="5967413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43" name="Shape 40"/>
          <p:cNvSpPr/>
          <p:nvPr/>
        </p:nvSpPr>
        <p:spPr>
          <a:xfrm>
            <a:off x="9525000" y="5319713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44" name="Text 41"/>
          <p:cNvSpPr/>
          <p:nvPr/>
        </p:nvSpPr>
        <p:spPr>
          <a:xfrm>
            <a:off x="9486900" y="531971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50" dirty="0"/>
          </a:p>
        </p:txBody>
      </p:sp>
      <p:sp>
        <p:nvSpPr>
          <p:cNvPr id="45" name="Text 42"/>
          <p:cNvSpPr/>
          <p:nvPr/>
        </p:nvSpPr>
        <p:spPr>
          <a:xfrm>
            <a:off x="10248900" y="5405438"/>
            <a:ext cx="35935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 – AML &amp; Prudenziale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9525000" y="6815138"/>
            <a:ext cx="81915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47" name="Shape 44"/>
          <p:cNvSpPr/>
          <p:nvPr/>
        </p:nvSpPr>
        <p:spPr>
          <a:xfrm>
            <a:off x="9525000" y="6167438"/>
            <a:ext cx="457200" cy="457200"/>
          </a:xfrm>
          <a:prstGeom prst="ellipse">
            <a:avLst/>
          </a:prstGeom>
          <a:solidFill>
            <a:srgbClr val="008085"/>
          </a:solidFill>
          <a:ln/>
        </p:spPr>
      </p:sp>
      <p:sp>
        <p:nvSpPr>
          <p:cNvPr id="48" name="Text 45"/>
          <p:cNvSpPr/>
          <p:nvPr/>
        </p:nvSpPr>
        <p:spPr>
          <a:xfrm>
            <a:off x="9486900" y="616743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0248900" y="6253163"/>
            <a:ext cx="1634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FDC</a:t>
            </a:r>
            <a:endParaRPr lang="en-US" sz="1950" dirty="0"/>
          </a:p>
        </p:txBody>
      </p:sp>
      <p:sp>
        <p:nvSpPr>
          <p:cNvPr id="50" name="Text 47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53E843D1-A03F-D9EF-DC6B-33317C42BF73}"/>
              </a:ext>
            </a:extLst>
          </p:cNvPr>
          <p:cNvSpPr/>
          <p:nvPr/>
        </p:nvSpPr>
        <p:spPr>
          <a:xfrm>
            <a:off x="1295400" y="2839131"/>
            <a:ext cx="54812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950" b="1" dirty="0">
                <a:solidFill>
                  <a:srgbClr val="2E3033"/>
                </a:solidFill>
                <a:latin typeface="Arial"/>
                <a:cs typeface="Arial"/>
              </a:rPr>
              <a:t>Overview </a:t>
            </a:r>
            <a:r>
              <a:rPr lang="en-US" sz="1950" b="1" dirty="0" err="1">
                <a:solidFill>
                  <a:srgbClr val="2E3033"/>
                </a:solidFill>
                <a:latin typeface="Arial"/>
                <a:cs typeface="Arial"/>
              </a:rPr>
              <a:t>Progetti</a:t>
            </a:r>
            <a:endParaRPr lang="it-IT" dirty="0" err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366838"/>
            <a:ext cx="55547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Progetti — RAG Rosso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849838" y="1352550"/>
            <a:ext cx="419100" cy="419100"/>
          </a:xfrm>
          <a:prstGeom prst="ellipse">
            <a:avLst/>
          </a:prstGeom>
          <a:solidFill>
            <a:srgbClr val="E32118"/>
          </a:solidFill>
          <a:ln/>
        </p:spPr>
      </p:sp>
      <p:sp>
        <p:nvSpPr>
          <p:cNvPr id="7" name="Text 4"/>
          <p:cNvSpPr/>
          <p:nvPr/>
        </p:nvSpPr>
        <p:spPr>
          <a:xfrm>
            <a:off x="5811738" y="13525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71500" y="2038350"/>
            <a:ext cx="17145000" cy="504825"/>
          </a:xfrm>
          <a:custGeom>
            <a:avLst/>
            <a:gdLst/>
            <a:ahLst/>
            <a:cxnLst/>
            <a:rect l="l" t="t" r="r" b="b"/>
            <a:pathLst>
              <a:path w="17145000" h="504825">
                <a:moveTo>
                  <a:pt x="76200" y="0"/>
                </a:moveTo>
                <a:lnTo>
                  <a:pt x="17068800" y="0"/>
                </a:lnTo>
                <a:arcTo wR="76200" hR="76200" stAng="16200000" swAng="5400000"/>
                <a:lnTo>
                  <a:pt x="17145000" y="504825"/>
                </a:lnTo>
                <a:lnTo>
                  <a:pt x="0" y="50482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5F63"/>
          </a:solidFill>
          <a:ln/>
        </p:spPr>
      </p:sp>
      <p:sp>
        <p:nvSpPr>
          <p:cNvPr id="9" name="Text 6"/>
          <p:cNvSpPr/>
          <p:nvPr/>
        </p:nvSpPr>
        <p:spPr>
          <a:xfrm>
            <a:off x="723900" y="2171700"/>
            <a:ext cx="20002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952750" y="2171700"/>
            <a:ext cx="393344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067550" y="2171700"/>
            <a:ext cx="18288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24950" y="2171700"/>
            <a:ext cx="340366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/ Remediation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725400" y="2171700"/>
            <a:ext cx="28738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5811500" y="2171700"/>
            <a:ext cx="1143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71500" y="2543175"/>
            <a:ext cx="17145000" cy="11239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2543175"/>
            <a:ext cx="47625" cy="1123950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17" name="Text 14"/>
          <p:cNvSpPr/>
          <p:nvPr/>
        </p:nvSpPr>
        <p:spPr>
          <a:xfrm>
            <a:off x="771525" y="2638425"/>
            <a:ext cx="1993999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Partnerships, BD &amp; Innovation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994124" y="2638425"/>
            <a:ext cx="392164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P2P - B2B - Carry Over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97464" y="2638425"/>
            <a:ext cx="182307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Morganti Mirko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9135" y="2638425"/>
            <a:ext cx="3393316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Contratto — architettura per rilascio sviluppi contabili; posticipo all'8/7 avvio test contabili con Intesa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739539" y="2638425"/>
            <a:ext cx="286499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Tancorra, Paoloni, Valisi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5817007" y="2638425"/>
            <a:ext cx="113913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1500" y="3667125"/>
            <a:ext cx="47625" cy="657225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24" name="Text 21"/>
          <p:cNvSpPr/>
          <p:nvPr/>
        </p:nvSpPr>
        <p:spPr>
          <a:xfrm>
            <a:off x="771525" y="3762375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994124" y="3762375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Rafforzamento pagoPA - Pagamenti Spontanei (mod4 Passaporto)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97464" y="3762375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 Alessandro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149135" y="3762375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TS e Paytech; assegnata risorsa esterna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2739539" y="3762375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Giudici, Mariani, Valisi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5817007" y="3762375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71500" y="4324350"/>
            <a:ext cx="17145000" cy="6572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Shape 28"/>
          <p:cNvSpPr/>
          <p:nvPr/>
        </p:nvSpPr>
        <p:spPr>
          <a:xfrm>
            <a:off x="571500" y="4324350"/>
            <a:ext cx="47625" cy="657225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32" name="Text 29"/>
          <p:cNvSpPr/>
          <p:nvPr/>
        </p:nvSpPr>
        <p:spPr>
          <a:xfrm>
            <a:off x="771525" y="4419600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Data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994124" y="4419600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Ottimizzazioni dotazione terminale – Tablet EasyCassa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097464" y="4419600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Sangermano Giuliano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149135" y="4419600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Difettosità codice — nessuna remediation ad oggi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2739539" y="4419600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Tagliabue, Tancorra, Valisi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5817007" y="4419600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71500" y="4981575"/>
            <a:ext cx="47625" cy="657225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39" name="Text 36"/>
          <p:cNvSpPr/>
          <p:nvPr/>
        </p:nvSpPr>
        <p:spPr>
          <a:xfrm>
            <a:off x="771525" y="5076825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Data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2994124" y="5076825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Ottimizzazioni dotazione terminale – Marketplace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7097464" y="5076825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Sangermano Giuliano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149135" y="5076825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 da BU per seconda postazione; priorità e revisione piano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2739539" y="5076825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Arcerito, Gandini, Valisi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5817007" y="5076825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71500" y="5638800"/>
            <a:ext cx="17145000" cy="6572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6" name="Shape 43"/>
          <p:cNvSpPr/>
          <p:nvPr/>
        </p:nvSpPr>
        <p:spPr>
          <a:xfrm>
            <a:off x="571500" y="5638800"/>
            <a:ext cx="47625" cy="657225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47" name="Text 44"/>
          <p:cNvSpPr/>
          <p:nvPr/>
        </p:nvSpPr>
        <p:spPr>
          <a:xfrm>
            <a:off x="771525" y="5734050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2994124" y="5734050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indirette - Modifica Plafond reti terze (+ interfaccia Crediti)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7097464" y="5734050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 Alessandro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9149135" y="5734050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Paytech — deprioritizzato a fine anno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2739539" y="5734050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15817007" y="5734050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571500" y="6296025"/>
            <a:ext cx="47625" cy="657225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54" name="Text 51"/>
          <p:cNvSpPr/>
          <p:nvPr/>
        </p:nvSpPr>
        <p:spPr>
          <a:xfrm>
            <a:off x="771525" y="6391275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2994124" y="6391275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Erogazione servizi di pagamento per Lottomatica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7097464" y="6391275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9149135" y="6391275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Capacity; prioritizzazione a discapito di altri progetti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12739539" y="6391275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Valisi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15817007" y="6391275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571500" y="6953250"/>
            <a:ext cx="17145000" cy="8905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1" name="Shape 58"/>
          <p:cNvSpPr/>
          <p:nvPr/>
        </p:nvSpPr>
        <p:spPr>
          <a:xfrm>
            <a:off x="571500" y="6953250"/>
            <a:ext cx="47625" cy="890588"/>
          </a:xfrm>
          <a:prstGeom prst="rect">
            <a:avLst/>
          </a:prstGeom>
          <a:solidFill>
            <a:srgbClr val="E32118"/>
          </a:solidFill>
          <a:ln/>
        </p:spPr>
      </p:sp>
      <p:sp>
        <p:nvSpPr>
          <p:cNvPr id="62" name="Text 59"/>
          <p:cNvSpPr/>
          <p:nvPr/>
        </p:nvSpPr>
        <p:spPr>
          <a:xfrm>
            <a:off x="771525" y="7048500"/>
            <a:ext cx="1993999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2994124" y="7048500"/>
            <a:ext cx="392164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Sanctions - Screening Controparti - Piano azione AML 2025 ID.5.1 - Fase2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7097464" y="7048500"/>
            <a:ext cx="182307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Sangermano Giuliano</a:t>
            </a:r>
            <a:endParaRPr lang="en-US" sz="1500" dirty="0"/>
          </a:p>
        </p:txBody>
      </p:sp>
      <p:sp>
        <p:nvSpPr>
          <p:cNvPr id="65" name="Text 62"/>
          <p:cNvSpPr/>
          <p:nvPr/>
        </p:nvSpPr>
        <p:spPr>
          <a:xfrm>
            <a:off x="9149135" y="7048500"/>
            <a:ext cx="3393316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Bonifici domestici, black list ABI/BIC; configurazione similitudine, call con AFAST 23/06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12739539" y="7048500"/>
            <a:ext cx="2864992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Valisi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15817007" y="7048500"/>
            <a:ext cx="11391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366838"/>
            <a:ext cx="544993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Progetti — RAG Giallo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754588" y="1352550"/>
            <a:ext cx="419100" cy="419100"/>
          </a:xfrm>
          <a:prstGeom prst="ellipse">
            <a:avLst/>
          </a:prstGeom>
          <a:solidFill>
            <a:srgbClr val="EDA900"/>
          </a:solidFill>
          <a:ln/>
        </p:spPr>
      </p:sp>
      <p:sp>
        <p:nvSpPr>
          <p:cNvPr id="7" name="Text 4"/>
          <p:cNvSpPr/>
          <p:nvPr/>
        </p:nvSpPr>
        <p:spPr>
          <a:xfrm>
            <a:off x="5716488" y="13525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71500" y="2038350"/>
            <a:ext cx="17145000" cy="504825"/>
          </a:xfrm>
          <a:custGeom>
            <a:avLst/>
            <a:gdLst/>
            <a:ahLst/>
            <a:cxnLst/>
            <a:rect l="l" t="t" r="r" b="b"/>
            <a:pathLst>
              <a:path w="17145000" h="504825">
                <a:moveTo>
                  <a:pt x="76200" y="0"/>
                </a:moveTo>
                <a:lnTo>
                  <a:pt x="17068800" y="0"/>
                </a:lnTo>
                <a:arcTo wR="76200" hR="76200" stAng="16200000" swAng="5400000"/>
                <a:lnTo>
                  <a:pt x="17145000" y="504825"/>
                </a:lnTo>
                <a:lnTo>
                  <a:pt x="0" y="50482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05F63"/>
          </a:solidFill>
          <a:ln/>
        </p:spPr>
      </p:sp>
      <p:sp>
        <p:nvSpPr>
          <p:cNvPr id="9" name="Text 6"/>
          <p:cNvSpPr/>
          <p:nvPr/>
        </p:nvSpPr>
        <p:spPr>
          <a:xfrm>
            <a:off x="723900" y="2171700"/>
            <a:ext cx="20002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952750" y="2171700"/>
            <a:ext cx="393344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067550" y="2171700"/>
            <a:ext cx="18288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24950" y="2171700"/>
            <a:ext cx="340366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/ Remediation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725400" y="2171700"/>
            <a:ext cx="28738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5811500" y="2171700"/>
            <a:ext cx="1143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71500" y="2543175"/>
            <a:ext cx="17145000" cy="7334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2543175"/>
            <a:ext cx="47625" cy="73342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17" name="Text 14"/>
          <p:cNvSpPr/>
          <p:nvPr/>
        </p:nvSpPr>
        <p:spPr>
          <a:xfrm>
            <a:off x="771525" y="2676525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994124" y="2676525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Modificativo Add on per l'erogazione dei servizi Namirial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97464" y="2676525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 Alessandro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9135" y="2676525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CRM; review priorità e piani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739539" y="2676525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Mariani, Arcerito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5817007" y="2676525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1500" y="3276600"/>
            <a:ext cx="47625" cy="73342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24" name="Text 21"/>
          <p:cNvSpPr/>
          <p:nvPr/>
        </p:nvSpPr>
        <p:spPr>
          <a:xfrm>
            <a:off x="771525" y="3409950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994124" y="3409950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 acquiring finanziario - Propagazione dato su sistemi Mooney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97464" y="3409950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 Alessandro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149135" y="3409950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CRM; review priorità e piani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2739539" y="3409950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Mariani, Arcerito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5817007" y="3409950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71500" y="4010025"/>
            <a:ext cx="17145000" cy="7334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Shape 28"/>
          <p:cNvSpPr/>
          <p:nvPr/>
        </p:nvSpPr>
        <p:spPr>
          <a:xfrm>
            <a:off x="571500" y="4010025"/>
            <a:ext cx="47625" cy="73342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32" name="Text 29"/>
          <p:cNvSpPr/>
          <p:nvPr/>
        </p:nvSpPr>
        <p:spPr>
          <a:xfrm>
            <a:off x="771525" y="4143375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994124" y="4143375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Acquiring II Livello soluzione Target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097464" y="4143375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 Alessandro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149135" y="4143375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CRM; review priorità e piani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2739539" y="4143375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Mariani, Arcerito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5817007" y="4143375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71500" y="4743450"/>
            <a:ext cx="47625" cy="73342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39" name="Text 36"/>
          <p:cNvSpPr/>
          <p:nvPr/>
        </p:nvSpPr>
        <p:spPr>
          <a:xfrm>
            <a:off x="771525" y="4876800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Banking, Card &amp; Paytech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2994124" y="4876800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Nanga Parbat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7097464" y="4876800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Sangermano Giuliano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149135" y="4876800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piano, contratto; review piano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2739539" y="4876800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Sangermano, Tancorra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5817007" y="4876800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71500" y="5476875"/>
            <a:ext cx="17145000" cy="7334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6" name="Shape 43"/>
          <p:cNvSpPr/>
          <p:nvPr/>
        </p:nvSpPr>
        <p:spPr>
          <a:xfrm>
            <a:off x="571500" y="5476875"/>
            <a:ext cx="47625" cy="73342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7" name="Text 44"/>
          <p:cNvSpPr/>
          <p:nvPr/>
        </p:nvSpPr>
        <p:spPr>
          <a:xfrm>
            <a:off x="771525" y="5610225"/>
            <a:ext cx="199399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Telco, Mobility &amp; Easycassa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2994124" y="5610225"/>
            <a:ext cx="39216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EasyCassa su CUDI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7097464" y="5610225"/>
            <a:ext cx="18230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 Alessandro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9149135" y="5610225"/>
            <a:ext cx="339331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TS; review priorità e piani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2739539" y="5610225"/>
            <a:ext cx="28649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Mariani, Giudici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15817007" y="5610225"/>
            <a:ext cx="11391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26/6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504950"/>
            <a:ext cx="188595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Progetti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571500" y="2395538"/>
            <a:ext cx="5511775" cy="735806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6350">
            <a:solidFill>
              <a:schemeClr val="bg2">
                <a:lumMod val="90000"/>
              </a:schemeClr>
            </a:solidFill>
          </a:ln>
          <a:effectLst>
            <a:outerShdw blurRad="28575" dist="50800" dir="16200000" algn="bl" rotWithShape="0">
              <a:srgbClr val="28293D">
                <a:alpha val="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3900" y="2395538"/>
            <a:ext cx="5174318" cy="46264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8" name="Text 5"/>
          <p:cNvSpPr/>
          <p:nvPr/>
        </p:nvSpPr>
        <p:spPr>
          <a:xfrm>
            <a:off x="876300" y="2700338"/>
            <a:ext cx="53923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54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76300" y="3500438"/>
            <a:ext cx="53923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76300" y="3967163"/>
            <a:ext cx="53923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in IT Board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76300" y="4276725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4371975"/>
            <a:ext cx="64680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20110" y="4371975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76300" y="4776788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15" name="Text 12"/>
          <p:cNvSpPr/>
          <p:nvPr/>
        </p:nvSpPr>
        <p:spPr>
          <a:xfrm>
            <a:off x="1028700" y="4872038"/>
            <a:ext cx="51918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520110" y="4872038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76300" y="5276850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18" name="Text 15"/>
          <p:cNvSpPr/>
          <p:nvPr/>
        </p:nvSpPr>
        <p:spPr>
          <a:xfrm>
            <a:off x="1028700" y="5372100"/>
            <a:ext cx="76438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20110" y="5372100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76300" y="5891213"/>
            <a:ext cx="53923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Deroga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76300" y="6200775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22" name="Text 19"/>
          <p:cNvSpPr/>
          <p:nvPr/>
        </p:nvSpPr>
        <p:spPr>
          <a:xfrm>
            <a:off x="1028700" y="6296025"/>
            <a:ext cx="76438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520110" y="6296025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76300" y="6815138"/>
            <a:ext cx="53923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approvazione Comitato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76300" y="7124700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26" name="Text 23"/>
          <p:cNvSpPr/>
          <p:nvPr/>
        </p:nvSpPr>
        <p:spPr>
          <a:xfrm>
            <a:off x="1028700" y="7219950"/>
            <a:ext cx="64680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520110" y="7219950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76300" y="7624762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29" name="Text 26"/>
          <p:cNvSpPr/>
          <p:nvPr/>
        </p:nvSpPr>
        <p:spPr>
          <a:xfrm>
            <a:off x="1028700" y="7720013"/>
            <a:ext cx="76438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520110" y="7720013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388075" y="2395538"/>
            <a:ext cx="5511775" cy="735806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6350">
            <a:solidFill>
              <a:schemeClr val="bg2">
                <a:lumMod val="90000"/>
              </a:schemeClr>
            </a:solidFill>
          </a:ln>
          <a:effectLst>
            <a:outerShdw blurRad="28575" dist="50800" dir="16200000" algn="bl" rotWithShape="0">
              <a:srgbClr val="28293D">
                <a:alpha val="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692875" y="2700338"/>
            <a:ext cx="53923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54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34" name="Text 31"/>
          <p:cNvSpPr/>
          <p:nvPr/>
        </p:nvSpPr>
        <p:spPr>
          <a:xfrm>
            <a:off x="6692875" y="3500438"/>
            <a:ext cx="53923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 STRATEGICI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6692875" y="3967163"/>
            <a:ext cx="53923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in IT Board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692875" y="4276725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37" name="Text 34"/>
          <p:cNvSpPr/>
          <p:nvPr/>
        </p:nvSpPr>
        <p:spPr>
          <a:xfrm>
            <a:off x="6845275" y="4371975"/>
            <a:ext cx="64680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1336685" y="4371975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692875" y="4891088"/>
            <a:ext cx="53923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Deroga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692875" y="5200650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41" name="Text 38"/>
          <p:cNvSpPr/>
          <p:nvPr/>
        </p:nvSpPr>
        <p:spPr>
          <a:xfrm>
            <a:off x="6845275" y="5295900"/>
            <a:ext cx="64680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1336685" y="5295900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692875" y="5700713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44" name="Text 41"/>
          <p:cNvSpPr/>
          <p:nvPr/>
        </p:nvSpPr>
        <p:spPr>
          <a:xfrm>
            <a:off x="6845275" y="5795963"/>
            <a:ext cx="51918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1336685" y="5795963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6692875" y="6315075"/>
            <a:ext cx="53923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approvazione comitato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6692875" y="6624638"/>
            <a:ext cx="4902175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48" name="Text 45"/>
          <p:cNvSpPr/>
          <p:nvPr/>
        </p:nvSpPr>
        <p:spPr>
          <a:xfrm>
            <a:off x="6845275" y="6719888"/>
            <a:ext cx="51918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11336685" y="6719888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2204650" y="2395538"/>
            <a:ext cx="5511850" cy="735806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6350">
            <a:solidFill>
              <a:schemeClr val="bg2">
                <a:lumMod val="90000"/>
              </a:schemeClr>
            </a:solidFill>
          </a:ln>
          <a:effectLst>
            <a:outerShdw blurRad="28575" dist="50800" dir="16200000" algn="bl" rotWithShape="0">
              <a:srgbClr val="28293D">
                <a:alpha val="4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12509450" y="2700338"/>
            <a:ext cx="53924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54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400" dirty="0"/>
          </a:p>
        </p:txBody>
      </p:sp>
      <p:sp>
        <p:nvSpPr>
          <p:cNvPr id="53" name="Text 50"/>
          <p:cNvSpPr/>
          <p:nvPr/>
        </p:nvSpPr>
        <p:spPr>
          <a:xfrm>
            <a:off x="12509450" y="3500438"/>
            <a:ext cx="53924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 IN ESECUZIONE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509450" y="3967163"/>
            <a:ext cx="539247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progetti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12509450" y="4276725"/>
            <a:ext cx="4902250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56" name="Text 53"/>
          <p:cNvSpPr/>
          <p:nvPr/>
        </p:nvSpPr>
        <p:spPr>
          <a:xfrm>
            <a:off x="12661850" y="4371975"/>
            <a:ext cx="106464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avviare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17153334" y="4371975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12509450" y="4776788"/>
            <a:ext cx="4902250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59" name="Text 56"/>
          <p:cNvSpPr/>
          <p:nvPr/>
        </p:nvSpPr>
        <p:spPr>
          <a:xfrm>
            <a:off x="12661850" y="4872038"/>
            <a:ext cx="84415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17153334" y="4872038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12509450" y="5276850"/>
            <a:ext cx="4902250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62" name="Text 59"/>
          <p:cNvSpPr/>
          <p:nvPr/>
        </p:nvSpPr>
        <p:spPr>
          <a:xfrm>
            <a:off x="12661850" y="5372100"/>
            <a:ext cx="144016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17047369" y="5372100"/>
            <a:ext cx="28813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64" name="Shape 61"/>
          <p:cNvSpPr/>
          <p:nvPr/>
        </p:nvSpPr>
        <p:spPr>
          <a:xfrm>
            <a:off x="12509450" y="5776913"/>
            <a:ext cx="4902250" cy="423863"/>
          </a:xfrm>
          <a:prstGeom prst="roundRect">
            <a:avLst>
              <a:gd name="adj" fmla="val 31461"/>
            </a:avLst>
          </a:prstGeom>
          <a:solidFill>
            <a:srgbClr val="F2F5F7"/>
          </a:solidFill>
          <a:ln/>
        </p:spPr>
      </p:sp>
      <p:sp>
        <p:nvSpPr>
          <p:cNvPr id="65" name="Text 62"/>
          <p:cNvSpPr/>
          <p:nvPr/>
        </p:nvSpPr>
        <p:spPr>
          <a:xfrm>
            <a:off x="12661850" y="5872163"/>
            <a:ext cx="91157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Test/UAT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17153334" y="5872163"/>
            <a:ext cx="1821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4D6401F7-0756-7862-4E71-D9F2B5259DF2}"/>
              </a:ext>
            </a:extLst>
          </p:cNvPr>
          <p:cNvSpPr/>
          <p:nvPr/>
        </p:nvSpPr>
        <p:spPr>
          <a:xfrm>
            <a:off x="6547757" y="2384652"/>
            <a:ext cx="5174318" cy="46264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B5AF6430-C083-E185-81BF-A5A06AF25B37}"/>
              </a:ext>
            </a:extLst>
          </p:cNvPr>
          <p:cNvSpPr/>
          <p:nvPr/>
        </p:nvSpPr>
        <p:spPr>
          <a:xfrm>
            <a:off x="12371614" y="2373766"/>
            <a:ext cx="5174318" cy="46264"/>
          </a:xfrm>
          <a:prstGeom prst="rect">
            <a:avLst/>
          </a:prstGeom>
          <a:solidFill>
            <a:srgbClr val="FFC62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352550"/>
            <a:ext cx="188595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Progetti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1900238"/>
            <a:ext cx="18859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progetti per stato di approvazione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71500" y="2574131"/>
            <a:ext cx="25111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in IT Board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87725" y="2543175"/>
            <a:ext cx="323850" cy="323850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9" name="Text 6"/>
          <p:cNvSpPr/>
          <p:nvPr/>
        </p:nvSpPr>
        <p:spPr>
          <a:xfrm>
            <a:off x="2949625" y="25431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1500" y="3019425"/>
            <a:ext cx="5511775" cy="2953345"/>
          </a:xfrm>
          <a:prstGeom prst="roundRect">
            <a:avLst>
              <a:gd name="adj" fmla="val 4515"/>
            </a:avLst>
          </a:prstGeom>
          <a:solidFill>
            <a:srgbClr val="F2F5F7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" y="3133725"/>
            <a:ext cx="57276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3900" y="3405188"/>
            <a:ext cx="5363184" cy="2491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Gara Trenord </a:t>
            </a:r>
            <a:endParaRPr lang="en-US" sz="1700" dirty="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Studio di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fattibilità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Evolutive T-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Bonifico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– Fase 2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rimborso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QOC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Estrazione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dati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carte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Mandate VISA – Alias directory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Mandate Visa – Click 2 Pay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0" indent="0" algn="l">
              <a:lnSpc>
                <a:spcPct val="119259"/>
              </a:lnSpc>
              <a:buNone/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Ottimizzazione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terminale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postazione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aggiuntiva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Mooneyyou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Full</a:t>
            </a:r>
            <a:endParaRPr lang="en-US" sz="1700">
              <a:latin typeface="Arial"/>
              <a:ea typeface="Calibri"/>
              <a:cs typeface="Arial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6068020"/>
            <a:ext cx="5511775" cy="806723"/>
          </a:xfrm>
          <a:prstGeom prst="roundRect">
            <a:avLst>
              <a:gd name="adj" fmla="val 16530"/>
            </a:avLst>
          </a:prstGeom>
          <a:solidFill>
            <a:srgbClr val="F2F5F7"/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" y="6182320"/>
            <a:ext cx="57276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3900" y="6453783"/>
            <a:ext cx="5727673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59"/>
              </a:lnSpc>
              <a:buNone/>
            </a:pPr>
            <a:r>
              <a:rPr lang="en-US" sz="1725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Evoluzione ServiceNow (progetti + timesheet)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571500" y="6969993"/>
            <a:ext cx="5511775" cy="2646685"/>
          </a:xfrm>
          <a:prstGeom prst="roundRect">
            <a:avLst>
              <a:gd name="adj" fmla="val 5038"/>
            </a:avLst>
          </a:prstGeom>
          <a:solidFill>
            <a:srgbClr val="F2F5F7"/>
          </a:solidFill>
          <a:ln/>
        </p:spPr>
      </p:sp>
      <p:sp>
        <p:nvSpPr>
          <p:cNvPr id="17" name="Text 14"/>
          <p:cNvSpPr/>
          <p:nvPr/>
        </p:nvSpPr>
        <p:spPr>
          <a:xfrm>
            <a:off x="723900" y="7084293"/>
            <a:ext cx="57276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23900" y="7355756"/>
            <a:ext cx="5363184" cy="21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1.1.A.3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Miglioramento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profilatura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clientela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 dirty="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2.2.A.5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Blocco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Adeguata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Verifica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clientela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business • 2.2.A.7 – Onboarding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clientela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B2B </a:t>
            </a:r>
            <a:endParaRPr lang="en-US" sz="1700" err="1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2.2.A.7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Rinnovo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ADV Acquiring II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livello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Conservazione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delle password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0" indent="0" algn="l">
              <a:lnSpc>
                <a:spcPct val="119259"/>
              </a:lnSpc>
              <a:buNone/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Evolutive T-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Bonifico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– Fase 1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riconciliazione</a:t>
            </a:r>
            <a:endParaRPr lang="en-US" sz="1700" dirty="0">
              <a:latin typeface="Arial"/>
              <a:ea typeface="Calibri"/>
              <a:cs typeface="Arial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88075" y="2574131"/>
            <a:ext cx="8259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1" dirty="0" err="1">
                <a:solidFill>
                  <a:srgbClr val="2E3033"/>
                </a:solidFill>
                <a:latin typeface="Arial"/>
                <a:cs typeface="Arial"/>
              </a:rPr>
              <a:t>Deroga</a:t>
            </a:r>
            <a:endParaRPr lang="en-US" sz="18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271221" y="2543175"/>
            <a:ext cx="323850" cy="323850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21" name="Text 18"/>
          <p:cNvSpPr/>
          <p:nvPr/>
        </p:nvSpPr>
        <p:spPr>
          <a:xfrm>
            <a:off x="7233121" y="25431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88075" y="3019425"/>
            <a:ext cx="5511775" cy="844748"/>
          </a:xfrm>
          <a:prstGeom prst="roundRect">
            <a:avLst>
              <a:gd name="adj" fmla="val 15786"/>
            </a:avLst>
          </a:prstGeom>
          <a:solidFill>
            <a:srgbClr val="F2F5F7"/>
          </a:solidFill>
          <a:ln/>
        </p:spPr>
      </p:sp>
      <p:sp>
        <p:nvSpPr>
          <p:cNvPr id="23" name="Text 20"/>
          <p:cNvSpPr/>
          <p:nvPr/>
        </p:nvSpPr>
        <p:spPr>
          <a:xfrm>
            <a:off x="6540475" y="3133725"/>
            <a:ext cx="57276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40475" y="3338513"/>
            <a:ext cx="5363184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35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2.1.4 – CR 2.1 Proceduralizzazione QAVR: blocco automatismo in S35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388075" y="3959423"/>
            <a:ext cx="5511775" cy="844748"/>
          </a:xfrm>
          <a:prstGeom prst="roundRect">
            <a:avLst>
              <a:gd name="adj" fmla="val 15786"/>
            </a:avLst>
          </a:prstGeom>
          <a:solidFill>
            <a:srgbClr val="F2F5F7"/>
          </a:solidFill>
          <a:ln/>
        </p:spPr>
      </p:sp>
      <p:sp>
        <p:nvSpPr>
          <p:cNvPr id="26" name="Text 23"/>
          <p:cNvSpPr/>
          <p:nvPr/>
        </p:nvSpPr>
        <p:spPr>
          <a:xfrm>
            <a:off x="6540475" y="4073723"/>
            <a:ext cx="57276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40475" y="4278511"/>
            <a:ext cx="5363184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35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2.2.A.6 – Anagrafica Unica B2B, soluzione tattica – Prima Release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388075" y="4899422"/>
            <a:ext cx="5511775" cy="844748"/>
          </a:xfrm>
          <a:prstGeom prst="roundRect">
            <a:avLst>
              <a:gd name="adj" fmla="val 15786"/>
            </a:avLst>
          </a:prstGeom>
          <a:solidFill>
            <a:srgbClr val="F2F5F7"/>
          </a:solidFill>
          <a:ln/>
        </p:spPr>
      </p:sp>
      <p:sp>
        <p:nvSpPr>
          <p:cNvPr id="29" name="Text 26"/>
          <p:cNvSpPr/>
          <p:nvPr/>
        </p:nvSpPr>
        <p:spPr>
          <a:xfrm>
            <a:off x="6540475" y="5013722"/>
            <a:ext cx="572767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540475" y="5218509"/>
            <a:ext cx="5363184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35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Sanctions – Screening Controparti AML 2025 Fase 2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2204650" y="2574131"/>
            <a:ext cx="286551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approvazione Comitato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4943013" y="2543175"/>
            <a:ext cx="323850" cy="323850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33" name="Text 30"/>
          <p:cNvSpPr/>
          <p:nvPr/>
        </p:nvSpPr>
        <p:spPr>
          <a:xfrm>
            <a:off x="14904913" y="25431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2204650" y="3019425"/>
            <a:ext cx="5511850" cy="3873326"/>
          </a:xfrm>
          <a:prstGeom prst="roundRect">
            <a:avLst>
              <a:gd name="adj" fmla="val 3443"/>
            </a:avLst>
          </a:prstGeom>
          <a:solidFill>
            <a:srgbClr val="F2F5F7"/>
          </a:solidFill>
          <a:ln/>
        </p:spPr>
      </p:sp>
      <p:sp>
        <p:nvSpPr>
          <p:cNvPr id="35" name="Text 32"/>
          <p:cNvSpPr/>
          <p:nvPr/>
        </p:nvSpPr>
        <p:spPr>
          <a:xfrm>
            <a:off x="12357050" y="3133725"/>
            <a:ext cx="57277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2357050" y="3405188"/>
            <a:ext cx="5363261" cy="3411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Estrazioni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automatiche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Pricing Engine </a:t>
            </a:r>
            <a:endParaRPr lang="en-US" sz="1700" dirty="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Modifica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SFA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spostamento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flusso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documenti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integrativi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 err="1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Sinergie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Bancomat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Integrazione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BancomatPay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Siti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unificati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– corporate e My Mooney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su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Mooney.it </a:t>
            </a:r>
            <a:endParaRPr lang="en-US" sz="17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Sviluppo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BancomatPay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(Mooney GO e Mooney.it)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0" indent="0" algn="l">
              <a:lnSpc>
                <a:spcPct val="119259"/>
              </a:lnSpc>
              <a:buNone/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Servizi RIA –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Invalidità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CI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Cartacea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revisione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tipi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documento</a:t>
            </a:r>
            <a:endParaRPr lang="en-US" sz="1700" dirty="0">
              <a:latin typeface="Arial"/>
              <a:ea typeface="Calibri"/>
              <a:cs typeface="Arial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2204650" y="6988001"/>
            <a:ext cx="5511850" cy="2646685"/>
          </a:xfrm>
          <a:prstGeom prst="roundRect">
            <a:avLst>
              <a:gd name="adj" fmla="val 5038"/>
            </a:avLst>
          </a:prstGeom>
          <a:solidFill>
            <a:srgbClr val="F2F5F7"/>
          </a:solidFill>
          <a:ln/>
        </p:spPr>
      </p:sp>
      <p:sp>
        <p:nvSpPr>
          <p:cNvPr id="38" name="Text 35"/>
          <p:cNvSpPr/>
          <p:nvPr/>
        </p:nvSpPr>
        <p:spPr>
          <a:xfrm>
            <a:off x="12357050" y="7102301"/>
            <a:ext cx="57277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IT4REG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2357050" y="7373764"/>
            <a:ext cx="5363261" cy="21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1.4.2 – Feasibility Study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Integrazione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rapporti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continuativi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 dirty="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4.2.2 – CR 4.2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scarico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dati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anagrafici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/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transazionali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endParaRPr lang="en-US" sz="1700" err="1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19259"/>
              </a:lnSpc>
            </a:pPr>
            <a:r>
              <a:rPr lang="en-US" sz="170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CR 2.3 – Automatic review </a:t>
            </a:r>
            <a:endParaRPr lang="en-US" sz="17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0" indent="0" algn="l">
              <a:lnSpc>
                <a:spcPct val="119259"/>
              </a:lnSpc>
              <a:buNone/>
            </a:pP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• 11.3 – Studio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fattibilità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certificazione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cellulare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/mail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su</a:t>
            </a:r>
            <a:r>
              <a:rPr lang="en-US" sz="1700" dirty="0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700" dirty="0" err="1">
                <a:solidFill>
                  <a:srgbClr val="2E3033"/>
                </a:solidFill>
                <a:latin typeface="Arial"/>
                <a:ea typeface="Arial" pitchFamily="34" charset="-122"/>
                <a:cs typeface="Arial"/>
              </a:rPr>
              <a:t>PdV</a:t>
            </a:r>
            <a:endParaRPr lang="en-US" sz="1700" dirty="0">
              <a:latin typeface="Arial"/>
              <a:ea typeface="Calibri"/>
              <a:cs typeface="Arial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352550"/>
            <a:ext cx="188595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Progetti Strategici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1900238"/>
            <a:ext cx="18859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iniziative strategiche in corso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71500" y="2650331"/>
            <a:ext cx="25111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in IT Board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27211" y="2630261"/>
            <a:ext cx="323850" cy="323850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9" name="Text 6"/>
          <p:cNvSpPr/>
          <p:nvPr/>
        </p:nvSpPr>
        <p:spPr>
          <a:xfrm>
            <a:off x="3189111" y="263026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1500" y="3095625"/>
            <a:ext cx="5511775" cy="1420044"/>
          </a:xfrm>
          <a:prstGeom prst="roundRect">
            <a:avLst>
              <a:gd name="adj" fmla="val 9391"/>
            </a:avLst>
          </a:prstGeom>
          <a:solidFill>
            <a:srgbClr val="F2F5F7"/>
          </a:solidFill>
          <a:ln/>
        </p:spPr>
      </p:sp>
      <p:sp>
        <p:nvSpPr>
          <p:cNvPr id="11" name="Text 8"/>
          <p:cNvSpPr/>
          <p:nvPr/>
        </p:nvSpPr>
        <p:spPr>
          <a:xfrm>
            <a:off x="723900" y="3209925"/>
            <a:ext cx="57276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3900" y="3481388"/>
            <a:ext cx="5363184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59"/>
              </a:lnSpc>
              <a:buNone/>
            </a:pPr>
            <a:r>
              <a:rPr lang="en-US" sz="1725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Telepedaggio • Feasibility Study Asset Field Manager • OBU Norbit – modifica Giove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6431617" y="2628560"/>
            <a:ext cx="967511" cy="332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Deroga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401850" y="2619375"/>
            <a:ext cx="323850" cy="323850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15" name="Text 12"/>
          <p:cNvSpPr/>
          <p:nvPr/>
        </p:nvSpPr>
        <p:spPr>
          <a:xfrm>
            <a:off x="7363750" y="26193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88075" y="3095625"/>
            <a:ext cx="5511775" cy="1420044"/>
          </a:xfrm>
          <a:prstGeom prst="roundRect">
            <a:avLst>
              <a:gd name="adj" fmla="val 9391"/>
            </a:avLst>
          </a:prstGeom>
          <a:solidFill>
            <a:srgbClr val="F2F5F7"/>
          </a:solidFill>
          <a:ln/>
        </p:spPr>
      </p:sp>
      <p:sp>
        <p:nvSpPr>
          <p:cNvPr id="17" name="Text 14"/>
          <p:cNvSpPr/>
          <p:nvPr/>
        </p:nvSpPr>
        <p:spPr>
          <a:xfrm>
            <a:off x="6540475" y="3209925"/>
            <a:ext cx="57276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40475" y="3481388"/>
            <a:ext cx="5363184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59"/>
              </a:lnSpc>
              <a:buNone/>
            </a:pPr>
            <a:r>
              <a:rPr lang="en-US" sz="1725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Approvazione OdA SAP da smartphone • Gestione accordo master su SAP • Tracciamento info aggiuntive ODA spot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6388075" y="4610919"/>
            <a:ext cx="5511775" cy="1113383"/>
          </a:xfrm>
          <a:prstGeom prst="roundRect">
            <a:avLst>
              <a:gd name="adj" fmla="val 11977"/>
            </a:avLst>
          </a:prstGeom>
          <a:solidFill>
            <a:srgbClr val="F2F5F7"/>
          </a:solidFill>
          <a:ln/>
        </p:spPr>
      </p:sp>
      <p:sp>
        <p:nvSpPr>
          <p:cNvPr id="20" name="Text 17"/>
          <p:cNvSpPr/>
          <p:nvPr/>
        </p:nvSpPr>
        <p:spPr>
          <a:xfrm>
            <a:off x="6540475" y="4725219"/>
            <a:ext cx="572767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40475" y="4996681"/>
            <a:ext cx="5363184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59"/>
              </a:lnSpc>
              <a:buNone/>
            </a:pPr>
            <a:r>
              <a:rPr lang="en-US" sz="1725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Ottimizzazione dotazione terminale – Mooney Glass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12204650" y="2650331"/>
            <a:ext cx="286551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approvazione Comitato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5204270" y="2641146"/>
            <a:ext cx="323850" cy="323850"/>
          </a:xfrm>
          <a:prstGeom prst="ellipse">
            <a:avLst/>
          </a:prstGeom>
          <a:solidFill>
            <a:srgbClr val="E6EBF0"/>
          </a:solidFill>
          <a:ln/>
        </p:spPr>
      </p:sp>
      <p:sp>
        <p:nvSpPr>
          <p:cNvPr id="24" name="Text 21"/>
          <p:cNvSpPr/>
          <p:nvPr/>
        </p:nvSpPr>
        <p:spPr>
          <a:xfrm>
            <a:off x="15166170" y="264114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2204650" y="3095625"/>
            <a:ext cx="5511850" cy="806723"/>
          </a:xfrm>
          <a:prstGeom prst="roundRect">
            <a:avLst>
              <a:gd name="adj" fmla="val 16530"/>
            </a:avLst>
          </a:prstGeom>
          <a:solidFill>
            <a:srgbClr val="F2F5F7"/>
          </a:solidFill>
          <a:ln/>
        </p:spPr>
      </p:sp>
      <p:sp>
        <p:nvSpPr>
          <p:cNvPr id="26" name="Text 23"/>
          <p:cNvSpPr/>
          <p:nvPr/>
        </p:nvSpPr>
        <p:spPr>
          <a:xfrm>
            <a:off x="12357050" y="3209925"/>
            <a:ext cx="57277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IT4IT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357050" y="3481388"/>
            <a:ext cx="572775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259"/>
              </a:lnSpc>
              <a:buNone/>
            </a:pPr>
            <a:r>
              <a:rPr lang="en-US" sz="1725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Gestione Pignoramenti – Progetto Pilota AI</a:t>
            </a:r>
            <a:endParaRPr lang="en-US" sz="1725" dirty="0"/>
          </a:p>
        </p:txBody>
      </p:sp>
      <p:sp>
        <p:nvSpPr>
          <p:cNvPr id="28" name="Text 25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352550"/>
            <a:ext cx="188595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Progetti in esecuzione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1900238"/>
            <a:ext cx="18859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progetti attivi lungo il ciclo di delivery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71500" y="2543175"/>
            <a:ext cx="4143375" cy="395288"/>
          </a:xfrm>
          <a:prstGeom prst="roundRect">
            <a:avLst>
              <a:gd name="adj" fmla="val 19277"/>
            </a:avLst>
          </a:prstGeom>
          <a:solidFill>
            <a:srgbClr val="005F63"/>
          </a:solidFill>
          <a:ln/>
        </p:spPr>
      </p:sp>
      <p:sp>
        <p:nvSpPr>
          <p:cNvPr id="8" name="Text 5"/>
          <p:cNvSpPr/>
          <p:nvPr/>
        </p:nvSpPr>
        <p:spPr>
          <a:xfrm>
            <a:off x="691243" y="2627540"/>
            <a:ext cx="2023722" cy="253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4461793" y="2638425"/>
            <a:ext cx="17688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71500" y="30337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1" name="Text 8"/>
          <p:cNvSpPr/>
          <p:nvPr/>
        </p:nvSpPr>
        <p:spPr>
          <a:xfrm>
            <a:off x="704850" y="31289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Regolamento Dora – CarryOver Mooney ID Fase 1/2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500" y="34909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3" name="Text 10"/>
          <p:cNvSpPr/>
          <p:nvPr/>
        </p:nvSpPr>
        <p:spPr>
          <a:xfrm>
            <a:off x="704850" y="35861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Approvazione OdA SAP da smartphone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1500" y="3948112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5" name="Text 12"/>
          <p:cNvSpPr/>
          <p:nvPr/>
        </p:nvSpPr>
        <p:spPr>
          <a:xfrm>
            <a:off x="704850" y="40433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accordo master su SAP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" y="44053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7" name="Text 14"/>
          <p:cNvSpPr/>
          <p:nvPr/>
        </p:nvSpPr>
        <p:spPr>
          <a:xfrm>
            <a:off x="704850" y="45005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Tracciamento info aggiuntive ODA spot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1500" y="48625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9" name="Text 16"/>
          <p:cNvSpPr/>
          <p:nvPr/>
        </p:nvSpPr>
        <p:spPr>
          <a:xfrm>
            <a:off x="704850" y="49577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App Unificata 1.1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1500" y="53197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21" name="Text 18"/>
          <p:cNvSpPr/>
          <p:nvPr/>
        </p:nvSpPr>
        <p:spPr>
          <a:xfrm>
            <a:off x="704850" y="54149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Segnalazioni UCAMP – Fase 1, Segmento dati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71500" y="57769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23" name="Text 20"/>
          <p:cNvSpPr/>
          <p:nvPr/>
        </p:nvSpPr>
        <p:spPr>
          <a:xfrm>
            <a:off x="704850" y="58721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Chiusura Massiva carte a magazzino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905375" y="2543175"/>
            <a:ext cx="4143375" cy="395288"/>
          </a:xfrm>
          <a:prstGeom prst="roundRect">
            <a:avLst>
              <a:gd name="adj" fmla="val 19277"/>
            </a:avLst>
          </a:prstGeom>
          <a:solidFill>
            <a:srgbClr val="005F63"/>
          </a:solidFill>
          <a:ln/>
        </p:spPr>
      </p:sp>
      <p:sp>
        <p:nvSpPr>
          <p:cNvPr id="25" name="Text 22"/>
          <p:cNvSpPr/>
          <p:nvPr/>
        </p:nvSpPr>
        <p:spPr>
          <a:xfrm>
            <a:off x="5046890" y="2594883"/>
            <a:ext cx="2465262" cy="34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avviare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8795668" y="2638425"/>
            <a:ext cx="17688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4905375" y="30337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28" name="Text 25"/>
          <p:cNvSpPr/>
          <p:nvPr/>
        </p:nvSpPr>
        <p:spPr>
          <a:xfrm>
            <a:off x="5038725" y="31289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Modificativo Add on servizi Namirial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05375" y="3490913"/>
            <a:ext cx="4143375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30" name="Text 27"/>
          <p:cNvSpPr/>
          <p:nvPr/>
        </p:nvSpPr>
        <p:spPr>
          <a:xfrm>
            <a:off x="5038725" y="3586163"/>
            <a:ext cx="40009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 acquiring finanziario – propagazione dato Mooney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905375" y="41386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32" name="Text 29"/>
          <p:cNvSpPr/>
          <p:nvPr/>
        </p:nvSpPr>
        <p:spPr>
          <a:xfrm>
            <a:off x="5038725" y="42338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 – eliminazione Carta di Soggiorno da KYC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905375" y="45958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34" name="Text 31"/>
          <p:cNvSpPr/>
          <p:nvPr/>
        </p:nvSpPr>
        <p:spPr>
          <a:xfrm>
            <a:off x="5038725" y="46910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EasyCassa su CUDI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905375" y="50530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36" name="Text 33"/>
          <p:cNvSpPr/>
          <p:nvPr/>
        </p:nvSpPr>
        <p:spPr>
          <a:xfrm>
            <a:off x="5038725" y="51482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Acquiring II Livello soluzione Target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905375" y="55102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38" name="Text 35"/>
          <p:cNvSpPr/>
          <p:nvPr/>
        </p:nvSpPr>
        <p:spPr>
          <a:xfrm>
            <a:off x="5038725" y="56054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Ottimizzazione terminale – Lock POS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905375" y="5967413"/>
            <a:ext cx="4143375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40" name="Text 37"/>
          <p:cNvSpPr/>
          <p:nvPr/>
        </p:nvSpPr>
        <p:spPr>
          <a:xfrm>
            <a:off x="5038725" y="6062663"/>
            <a:ext cx="40009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Ottimizzazione terminale – riconoscimento esercente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905375" y="66151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42" name="Text 39"/>
          <p:cNvSpPr/>
          <p:nvPr/>
        </p:nvSpPr>
        <p:spPr>
          <a:xfrm>
            <a:off x="5038725" y="67103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Rafforzamento pagoPA – Pagamenti Spontanei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9239250" y="2543175"/>
            <a:ext cx="4143375" cy="395288"/>
          </a:xfrm>
          <a:prstGeom prst="roundRect">
            <a:avLst>
              <a:gd name="adj" fmla="val 19277"/>
            </a:avLst>
          </a:prstGeom>
          <a:solidFill>
            <a:srgbClr val="005F63"/>
          </a:solidFill>
          <a:ln/>
        </p:spPr>
      </p:sp>
      <p:sp>
        <p:nvSpPr>
          <p:cNvPr id="44" name="Text 41"/>
          <p:cNvSpPr/>
          <p:nvPr/>
        </p:nvSpPr>
        <p:spPr>
          <a:xfrm>
            <a:off x="9380765" y="2605768"/>
            <a:ext cx="2111381" cy="340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25" dirty="0"/>
          </a:p>
        </p:txBody>
      </p:sp>
      <p:sp>
        <p:nvSpPr>
          <p:cNvPr id="45" name="Text 42"/>
          <p:cNvSpPr/>
          <p:nvPr/>
        </p:nvSpPr>
        <p:spPr>
          <a:xfrm>
            <a:off x="13028861" y="2638425"/>
            <a:ext cx="27756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9239250" y="30337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47" name="Text 44"/>
          <p:cNvSpPr/>
          <p:nvPr/>
        </p:nvSpPr>
        <p:spPr>
          <a:xfrm>
            <a:off x="9372600" y="31289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indirette – modifica plafond reti terze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239250" y="34909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49" name="Text 46"/>
          <p:cNvSpPr/>
          <p:nvPr/>
        </p:nvSpPr>
        <p:spPr>
          <a:xfrm>
            <a:off x="9372600" y="35861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Migrazione a VPOS Nexi – customer API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239250" y="3948112"/>
            <a:ext cx="4143375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51" name="Text 48"/>
          <p:cNvSpPr/>
          <p:nvPr/>
        </p:nvSpPr>
        <p:spPr>
          <a:xfrm>
            <a:off x="9372600" y="4043363"/>
            <a:ext cx="40009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Sanctions – screening controparti AML 2025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9239250" y="45958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53" name="Text 50"/>
          <p:cNvSpPr/>
          <p:nvPr/>
        </p:nvSpPr>
        <p:spPr>
          <a:xfrm>
            <a:off x="9372600" y="46910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– Data Loss Prevention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239250" y="50530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55" name="Text 52"/>
          <p:cNvSpPr/>
          <p:nvPr/>
        </p:nvSpPr>
        <p:spPr>
          <a:xfrm>
            <a:off x="9372600" y="51482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Data Governance – Group ambiti 1-2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9239250" y="55102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57" name="Text 54"/>
          <p:cNvSpPr/>
          <p:nvPr/>
        </p:nvSpPr>
        <p:spPr>
          <a:xfrm>
            <a:off x="9372600" y="56054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6.11 – Nuovo modello di credit scoring proprietario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239250" y="59674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59" name="Text 56"/>
          <p:cNvSpPr/>
          <p:nvPr/>
        </p:nvSpPr>
        <p:spPr>
          <a:xfrm>
            <a:off x="9372600" y="60626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Ottimizzazioni terminale – Tablet Servizi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9239250" y="64246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61" name="Text 58"/>
          <p:cNvSpPr/>
          <p:nvPr/>
        </p:nvSpPr>
        <p:spPr>
          <a:xfrm>
            <a:off x="9372600" y="65198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Ottimizzazioni terminale – Tablet EasyCassa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9239250" y="68818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63" name="Text 60"/>
          <p:cNvSpPr/>
          <p:nvPr/>
        </p:nvSpPr>
        <p:spPr>
          <a:xfrm>
            <a:off x="9372600" y="69770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Ottimizzazioni terminale – Marketplace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9239250" y="7339012"/>
            <a:ext cx="4143375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65" name="Text 62"/>
          <p:cNvSpPr/>
          <p:nvPr/>
        </p:nvSpPr>
        <p:spPr>
          <a:xfrm>
            <a:off x="9372600" y="7434262"/>
            <a:ext cx="40009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Ottimizzazioni terminale – nuovo processo Onboarding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13573125" y="2543175"/>
            <a:ext cx="4143375" cy="395288"/>
          </a:xfrm>
          <a:prstGeom prst="roundRect">
            <a:avLst>
              <a:gd name="adj" fmla="val 19277"/>
            </a:avLst>
          </a:prstGeom>
          <a:solidFill>
            <a:srgbClr val="005F63"/>
          </a:solidFill>
          <a:ln/>
        </p:spPr>
      </p:sp>
      <p:sp>
        <p:nvSpPr>
          <p:cNvPr id="67" name="Text 64"/>
          <p:cNvSpPr/>
          <p:nvPr/>
        </p:nvSpPr>
        <p:spPr>
          <a:xfrm>
            <a:off x="13714640" y="2616654"/>
            <a:ext cx="2080573" cy="329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Test/UAT</a:t>
            </a:r>
            <a:endParaRPr lang="en-US" sz="1425" dirty="0"/>
          </a:p>
        </p:txBody>
      </p:sp>
      <p:sp>
        <p:nvSpPr>
          <p:cNvPr id="68" name="Text 65"/>
          <p:cNvSpPr/>
          <p:nvPr/>
        </p:nvSpPr>
        <p:spPr>
          <a:xfrm>
            <a:off x="17463418" y="2638425"/>
            <a:ext cx="17688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25" dirty="0"/>
          </a:p>
        </p:txBody>
      </p:sp>
      <p:sp>
        <p:nvSpPr>
          <p:cNvPr id="69" name="Shape 66"/>
          <p:cNvSpPr/>
          <p:nvPr/>
        </p:nvSpPr>
        <p:spPr>
          <a:xfrm>
            <a:off x="13573125" y="30337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70" name="Text 67"/>
          <p:cNvSpPr/>
          <p:nvPr/>
        </p:nvSpPr>
        <p:spPr>
          <a:xfrm>
            <a:off x="13706475" y="31289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&amp; Data Deletion Processes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13573125" y="3490913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72" name="Text 69"/>
          <p:cNvSpPr/>
          <p:nvPr/>
        </p:nvSpPr>
        <p:spPr>
          <a:xfrm>
            <a:off x="13706475" y="35861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P2P – B2B Carry Over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13573125" y="3948112"/>
            <a:ext cx="4143375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74" name="Text 71"/>
          <p:cNvSpPr/>
          <p:nvPr/>
        </p:nvSpPr>
        <p:spPr>
          <a:xfrm>
            <a:off x="13706475" y="4043363"/>
            <a:ext cx="40009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Nanga Parbat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1352550"/>
            <a:ext cx="188595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3750" b="1" dirty="0">
                <a:solidFill>
                  <a:srgbClr val="005F63"/>
                </a:solidFill>
                <a:latin typeface="Arial"/>
                <a:ea typeface="Arial" pitchFamily="34" charset="-122"/>
                <a:cs typeface="Arial"/>
              </a:rPr>
              <a:t>Overview </a:t>
            </a:r>
            <a:r>
              <a:rPr lang="en-US" sz="3750" b="1" err="1">
                <a:solidFill>
                  <a:srgbClr val="005F63"/>
                </a:solidFill>
                <a:latin typeface="Arial"/>
                <a:ea typeface="Arial" pitchFamily="34" charset="-122"/>
                <a:cs typeface="Arial"/>
              </a:rPr>
              <a:t>Progetti</a:t>
            </a:r>
            <a:r>
              <a:rPr lang="en-US" sz="3750" b="1">
                <a:solidFill>
                  <a:srgbClr val="005F63"/>
                </a:solidFill>
                <a:latin typeface="Arial"/>
                <a:ea typeface="Arial" pitchFamily="34" charset="-122"/>
                <a:cs typeface="Arial"/>
              </a:rPr>
              <a:t> - PM: A. Mariani</a:t>
            </a:r>
            <a:endParaRPr lang="en-US" sz="3750">
              <a:latin typeface="Arial"/>
              <a:cs typeface="Arial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166938"/>
            <a:ext cx="660287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57" dirty="0">
                <a:solidFill>
                  <a:srgbClr val="ED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 DA APPROVARE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571500" y="2466975"/>
            <a:ext cx="2925068" cy="1038225"/>
          </a:xfrm>
          <a:prstGeom prst="roundRect">
            <a:avLst>
              <a:gd name="adj" fmla="val 12844"/>
            </a:avLst>
          </a:prstGeom>
          <a:solidFill>
            <a:srgbClr val="FDF1DE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466975"/>
            <a:ext cx="2925068" cy="47625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9" name="Text 6"/>
          <p:cNvSpPr/>
          <p:nvPr/>
        </p:nvSpPr>
        <p:spPr>
          <a:xfrm>
            <a:off x="550977" y="2638425"/>
            <a:ext cx="29661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50977" y="3133725"/>
            <a:ext cx="29661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portare in IT Board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571500" y="3619500"/>
            <a:ext cx="2925068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2" name="Text 9"/>
          <p:cNvSpPr/>
          <p:nvPr/>
        </p:nvSpPr>
        <p:spPr>
          <a:xfrm>
            <a:off x="704850" y="3714750"/>
            <a:ext cx="2746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 Trenord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4076700"/>
            <a:ext cx="2925068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4" name="Text 11"/>
          <p:cNvSpPr/>
          <p:nvPr/>
        </p:nvSpPr>
        <p:spPr>
          <a:xfrm>
            <a:off x="704850" y="4171950"/>
            <a:ext cx="2746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Telepedaggio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" y="4533900"/>
            <a:ext cx="2925068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704850" y="4629150"/>
            <a:ext cx="2746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OBU Norbit – modifica Giove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48968" y="2466975"/>
            <a:ext cx="2925142" cy="1038225"/>
          </a:xfrm>
          <a:prstGeom prst="roundRect">
            <a:avLst>
              <a:gd name="adj" fmla="val 12844"/>
            </a:avLst>
          </a:prstGeom>
          <a:solidFill>
            <a:srgbClr val="FDF1DE"/>
          </a:solidFill>
          <a:ln/>
        </p:spPr>
      </p:sp>
      <p:sp>
        <p:nvSpPr>
          <p:cNvPr id="18" name="Shape 15"/>
          <p:cNvSpPr/>
          <p:nvPr/>
        </p:nvSpPr>
        <p:spPr>
          <a:xfrm>
            <a:off x="3648968" y="2466975"/>
            <a:ext cx="2925142" cy="47625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19" name="Text 16"/>
          <p:cNvSpPr/>
          <p:nvPr/>
        </p:nvSpPr>
        <p:spPr>
          <a:xfrm>
            <a:off x="3628441" y="2638425"/>
            <a:ext cx="296619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628441" y="3133725"/>
            <a:ext cx="29661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approvazione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3648968" y="3619500"/>
            <a:ext cx="292514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22" name="Text 19"/>
          <p:cNvSpPr/>
          <p:nvPr/>
        </p:nvSpPr>
        <p:spPr>
          <a:xfrm>
            <a:off x="3782318" y="3714750"/>
            <a:ext cx="27461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1.4.2 – Feasibility Study rapporti continuativi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48968" y="4267200"/>
            <a:ext cx="292514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24" name="Text 21"/>
          <p:cNvSpPr/>
          <p:nvPr/>
        </p:nvSpPr>
        <p:spPr>
          <a:xfrm>
            <a:off x="3782318" y="4362450"/>
            <a:ext cx="27461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Estrazioni automatiche Pricing Engine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48968" y="4914900"/>
            <a:ext cx="292514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26" name="Text 23"/>
          <p:cNvSpPr/>
          <p:nvPr/>
        </p:nvSpPr>
        <p:spPr>
          <a:xfrm>
            <a:off x="3782318" y="5010150"/>
            <a:ext cx="27461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 – Onboarding e Acquiring contestuale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48968" y="5562600"/>
            <a:ext cx="2925142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28" name="Text 25"/>
          <p:cNvSpPr/>
          <p:nvPr/>
        </p:nvSpPr>
        <p:spPr>
          <a:xfrm>
            <a:off x="3782318" y="5657850"/>
            <a:ext cx="2746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Servizi RIA – Invalidità CI Cartacea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48968" y="6019800"/>
            <a:ext cx="292514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30" name="Text 27"/>
          <p:cNvSpPr/>
          <p:nvPr/>
        </p:nvSpPr>
        <p:spPr>
          <a:xfrm>
            <a:off x="3782318" y="6115050"/>
            <a:ext cx="27461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Modificativo Add on servizi Namirial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02710" y="2166938"/>
            <a:ext cx="1200516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57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 IN ESECUZIONE</a:t>
            </a:r>
            <a:endParaRPr lang="en-US" sz="1425" dirty="0"/>
          </a:p>
        </p:txBody>
      </p:sp>
      <p:sp>
        <p:nvSpPr>
          <p:cNvPr id="32" name="Shape 29"/>
          <p:cNvSpPr/>
          <p:nvPr/>
        </p:nvSpPr>
        <p:spPr>
          <a:xfrm>
            <a:off x="6802710" y="2466975"/>
            <a:ext cx="2614092" cy="1038225"/>
          </a:xfrm>
          <a:prstGeom prst="roundRect">
            <a:avLst>
              <a:gd name="adj" fmla="val 12844"/>
            </a:avLst>
          </a:prstGeom>
          <a:solidFill>
            <a:srgbClr val="E3F8F9"/>
          </a:solidFill>
          <a:ln/>
        </p:spPr>
      </p:sp>
      <p:sp>
        <p:nvSpPr>
          <p:cNvPr id="33" name="Shape 30"/>
          <p:cNvSpPr/>
          <p:nvPr/>
        </p:nvSpPr>
        <p:spPr>
          <a:xfrm>
            <a:off x="6802710" y="2466975"/>
            <a:ext cx="2614092" cy="47625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34" name="Text 31"/>
          <p:cNvSpPr/>
          <p:nvPr/>
        </p:nvSpPr>
        <p:spPr>
          <a:xfrm>
            <a:off x="6797736" y="2638425"/>
            <a:ext cx="262404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6797736" y="3133725"/>
            <a:ext cx="26240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avviare / Analysis</a:t>
            </a:r>
            <a:endParaRPr lang="en-US" sz="1275" dirty="0"/>
          </a:p>
        </p:txBody>
      </p:sp>
      <p:sp>
        <p:nvSpPr>
          <p:cNvPr id="36" name="Shape 33"/>
          <p:cNvSpPr/>
          <p:nvPr/>
        </p:nvSpPr>
        <p:spPr>
          <a:xfrm>
            <a:off x="6802710" y="3619500"/>
            <a:ext cx="261409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37" name="Text 34"/>
          <p:cNvSpPr/>
          <p:nvPr/>
        </p:nvSpPr>
        <p:spPr>
          <a:xfrm>
            <a:off x="6936060" y="3714750"/>
            <a:ext cx="24258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Acquiring II Livello soluzione Target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02710" y="4267200"/>
            <a:ext cx="2614092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39" name="Text 36"/>
          <p:cNvSpPr/>
          <p:nvPr/>
        </p:nvSpPr>
        <p:spPr>
          <a:xfrm>
            <a:off x="6936060" y="4362450"/>
            <a:ext cx="24258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EasyCassa su CUDI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802710" y="4724400"/>
            <a:ext cx="2614092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41" name="Text 38"/>
          <p:cNvSpPr/>
          <p:nvPr/>
        </p:nvSpPr>
        <p:spPr>
          <a:xfrm>
            <a:off x="6936060" y="4819650"/>
            <a:ext cx="24258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 acquiring finanziario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802710" y="5181600"/>
            <a:ext cx="261409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43" name="Text 40"/>
          <p:cNvSpPr/>
          <p:nvPr/>
        </p:nvSpPr>
        <p:spPr>
          <a:xfrm>
            <a:off x="6936060" y="5276850"/>
            <a:ext cx="24258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 – eliminazione Carta di Soggiorno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02710" y="5829300"/>
            <a:ext cx="2614092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45" name="Text 42"/>
          <p:cNvSpPr/>
          <p:nvPr/>
        </p:nvSpPr>
        <p:spPr>
          <a:xfrm>
            <a:off x="6936060" y="5924550"/>
            <a:ext cx="24258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Rafforzamento pagoPA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802710" y="6286500"/>
            <a:ext cx="2614092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47" name="Text 44"/>
          <p:cNvSpPr/>
          <p:nvPr/>
        </p:nvSpPr>
        <p:spPr>
          <a:xfrm>
            <a:off x="6936060" y="6381750"/>
            <a:ext cx="24258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6.11 – Nuovo modello credit scoring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569202" y="2466975"/>
            <a:ext cx="2614166" cy="1038225"/>
          </a:xfrm>
          <a:prstGeom prst="roundRect">
            <a:avLst>
              <a:gd name="adj" fmla="val 12844"/>
            </a:avLst>
          </a:prstGeom>
          <a:solidFill>
            <a:srgbClr val="E3F8F9"/>
          </a:solidFill>
          <a:ln/>
        </p:spPr>
      </p:sp>
      <p:sp>
        <p:nvSpPr>
          <p:cNvPr id="49" name="Shape 46"/>
          <p:cNvSpPr/>
          <p:nvPr/>
        </p:nvSpPr>
        <p:spPr>
          <a:xfrm>
            <a:off x="9569202" y="2466975"/>
            <a:ext cx="2614166" cy="47625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50" name="Text 47"/>
          <p:cNvSpPr/>
          <p:nvPr/>
        </p:nvSpPr>
        <p:spPr>
          <a:xfrm>
            <a:off x="9564224" y="2638425"/>
            <a:ext cx="262412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51" name="Text 48"/>
          <p:cNvSpPr/>
          <p:nvPr/>
        </p:nvSpPr>
        <p:spPr>
          <a:xfrm>
            <a:off x="9564224" y="3133725"/>
            <a:ext cx="2624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275" dirty="0"/>
          </a:p>
        </p:txBody>
      </p:sp>
      <p:sp>
        <p:nvSpPr>
          <p:cNvPr id="52" name="Shape 49"/>
          <p:cNvSpPr/>
          <p:nvPr/>
        </p:nvSpPr>
        <p:spPr>
          <a:xfrm>
            <a:off x="9569202" y="3619500"/>
            <a:ext cx="2614166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53" name="Text 50"/>
          <p:cNvSpPr/>
          <p:nvPr/>
        </p:nvSpPr>
        <p:spPr>
          <a:xfrm>
            <a:off x="9702552" y="3714750"/>
            <a:ext cx="24258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indirette – Modifica Plafond reti terze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569202" y="4267200"/>
            <a:ext cx="2614166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55" name="Text 52"/>
          <p:cNvSpPr/>
          <p:nvPr/>
        </p:nvSpPr>
        <p:spPr>
          <a:xfrm>
            <a:off x="9702552" y="4362450"/>
            <a:ext cx="24258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Repricing Cards Revoche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9569202" y="4724400"/>
            <a:ext cx="2614166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57" name="Text 54"/>
          <p:cNvSpPr/>
          <p:nvPr/>
        </p:nvSpPr>
        <p:spPr>
          <a:xfrm>
            <a:off x="9702552" y="4819650"/>
            <a:ext cx="24258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BillPayment/Acquiring – Carry over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2335768" y="2466975"/>
            <a:ext cx="2614166" cy="1038225"/>
          </a:xfrm>
          <a:prstGeom prst="roundRect">
            <a:avLst>
              <a:gd name="adj" fmla="val 12844"/>
            </a:avLst>
          </a:prstGeom>
          <a:solidFill>
            <a:srgbClr val="E3F8F9"/>
          </a:solidFill>
          <a:ln/>
        </p:spPr>
      </p:sp>
      <p:sp>
        <p:nvSpPr>
          <p:cNvPr id="59" name="Shape 56"/>
          <p:cNvSpPr/>
          <p:nvPr/>
        </p:nvSpPr>
        <p:spPr>
          <a:xfrm>
            <a:off x="12335768" y="2466975"/>
            <a:ext cx="2614166" cy="47625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60" name="Text 57"/>
          <p:cNvSpPr/>
          <p:nvPr/>
        </p:nvSpPr>
        <p:spPr>
          <a:xfrm>
            <a:off x="12330790" y="2638425"/>
            <a:ext cx="262412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1" name="Text 58"/>
          <p:cNvSpPr/>
          <p:nvPr/>
        </p:nvSpPr>
        <p:spPr>
          <a:xfrm>
            <a:off x="12330790" y="3133725"/>
            <a:ext cx="2624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Test/UAT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12335768" y="3619500"/>
            <a:ext cx="2614166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63" name="Text 60"/>
          <p:cNvSpPr/>
          <p:nvPr/>
        </p:nvSpPr>
        <p:spPr>
          <a:xfrm>
            <a:off x="12469118" y="3714750"/>
            <a:ext cx="24258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indirette – Acquiring II livello, soluzione target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15102334" y="2466975"/>
            <a:ext cx="2614166" cy="1038225"/>
          </a:xfrm>
          <a:prstGeom prst="roundRect">
            <a:avLst>
              <a:gd name="adj" fmla="val 12844"/>
            </a:avLst>
          </a:prstGeom>
          <a:solidFill>
            <a:srgbClr val="E3F8F9"/>
          </a:solidFill>
          <a:ln/>
        </p:spPr>
      </p:sp>
      <p:sp>
        <p:nvSpPr>
          <p:cNvPr id="65" name="Shape 62"/>
          <p:cNvSpPr/>
          <p:nvPr/>
        </p:nvSpPr>
        <p:spPr>
          <a:xfrm>
            <a:off x="15102334" y="2466975"/>
            <a:ext cx="2614166" cy="47625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66" name="Text 63"/>
          <p:cNvSpPr/>
          <p:nvPr/>
        </p:nvSpPr>
        <p:spPr>
          <a:xfrm>
            <a:off x="15097356" y="2638425"/>
            <a:ext cx="262412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67" name="Text 64"/>
          <p:cNvSpPr/>
          <p:nvPr/>
        </p:nvSpPr>
        <p:spPr>
          <a:xfrm>
            <a:off x="15097356" y="3133725"/>
            <a:ext cx="2624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15102334" y="3619500"/>
            <a:ext cx="2614166" cy="571500"/>
          </a:xfrm>
          <a:prstGeom prst="roundRect">
            <a:avLst>
              <a:gd name="adj" fmla="val 23333"/>
            </a:avLst>
          </a:prstGeom>
          <a:solidFill>
            <a:srgbClr val="F2F5F7"/>
          </a:solidFill>
          <a:ln/>
        </p:spPr>
      </p:sp>
      <p:sp>
        <p:nvSpPr>
          <p:cNvPr id="69" name="Text 66"/>
          <p:cNvSpPr/>
          <p:nvPr/>
        </p:nvSpPr>
        <p:spPr>
          <a:xfrm>
            <a:off x="15235684" y="3714750"/>
            <a:ext cx="242589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indirette – Gestione Avant su Paytech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15102334" y="4267200"/>
            <a:ext cx="2614166" cy="381000"/>
          </a:xfrm>
          <a:prstGeom prst="roundRect">
            <a:avLst>
              <a:gd name="adj" fmla="val 35000"/>
            </a:avLst>
          </a:prstGeom>
          <a:solidFill>
            <a:srgbClr val="F2F5F7"/>
          </a:solidFill>
          <a:ln/>
        </p:spPr>
      </p:sp>
      <p:sp>
        <p:nvSpPr>
          <p:cNvPr id="71" name="Text 68"/>
          <p:cNvSpPr/>
          <p:nvPr/>
        </p:nvSpPr>
        <p:spPr>
          <a:xfrm>
            <a:off x="15235684" y="4362450"/>
            <a:ext cx="24258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1200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Ricariche con Numero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17521461" y="97440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28700"/>
            <a:ext cx="17145000" cy="19050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1286396" cy="266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48396" y="542925"/>
            <a:ext cx="9525" cy="247650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5" name="Text 2"/>
          <p:cNvSpPr/>
          <p:nvPr/>
        </p:nvSpPr>
        <p:spPr>
          <a:xfrm>
            <a:off x="2248421" y="535781"/>
            <a:ext cx="563255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IT4BU – Payments, Banking, Card &amp; Paytech · 1/7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089511" y="535781"/>
            <a:ext cx="1789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Giugno 2026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71500" y="1604963"/>
            <a:ext cx="17145000" cy="1905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276350"/>
            <a:ext cx="37719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00500" y="1276350"/>
            <a:ext cx="1074991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2026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3143" y="1276350"/>
            <a:ext cx="132016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973300" y="1276350"/>
            <a:ext cx="301752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62400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76788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91175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5563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19950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34338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48725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63113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477500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291888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106275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920663" y="1662113"/>
            <a:ext cx="8905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1500" y="3257550"/>
            <a:ext cx="17145000" cy="952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238375"/>
            <a:ext cx="353187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Borderò Contabile e Tecnico – Carry Over</a:t>
            </a:r>
            <a:endParaRPr lang="en-US" sz="1725" dirty="0"/>
          </a:p>
        </p:txBody>
      </p:sp>
      <p:sp>
        <p:nvSpPr>
          <p:cNvPr id="26" name="Text 23"/>
          <p:cNvSpPr/>
          <p:nvPr/>
        </p:nvSpPr>
        <p:spPr>
          <a:xfrm>
            <a:off x="571500" y="2790825"/>
            <a:ext cx="37719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DMND0002898 · A. Mariani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000500" y="2486025"/>
            <a:ext cx="9772650" cy="26670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/>
        </p:spPr>
      </p:sp>
      <p:sp>
        <p:nvSpPr>
          <p:cNvPr id="28" name="Shape 25"/>
          <p:cNvSpPr/>
          <p:nvPr/>
        </p:nvSpPr>
        <p:spPr>
          <a:xfrm>
            <a:off x="4098206" y="2486025"/>
            <a:ext cx="488603" cy="266700"/>
          </a:xfrm>
          <a:prstGeom prst="rect">
            <a:avLst/>
          </a:prstGeom>
          <a:solidFill>
            <a:srgbClr val="65DCE2"/>
          </a:solidFill>
          <a:ln/>
        </p:spPr>
      </p:sp>
      <p:sp>
        <p:nvSpPr>
          <p:cNvPr id="29" name="Shape 26"/>
          <p:cNvSpPr/>
          <p:nvPr/>
        </p:nvSpPr>
        <p:spPr>
          <a:xfrm>
            <a:off x="4586808" y="2486025"/>
            <a:ext cx="1172691" cy="266700"/>
          </a:xfrm>
          <a:prstGeom prst="rect">
            <a:avLst/>
          </a:prstGeom>
          <a:solidFill>
            <a:srgbClr val="00B7BD"/>
          </a:solidFill>
          <a:ln/>
        </p:spPr>
      </p:sp>
      <p:sp>
        <p:nvSpPr>
          <p:cNvPr id="30" name="Shape 27"/>
          <p:cNvSpPr/>
          <p:nvPr/>
        </p:nvSpPr>
        <p:spPr>
          <a:xfrm>
            <a:off x="5759574" y="2486025"/>
            <a:ext cx="2736279" cy="266700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31" name="Text 28"/>
          <p:cNvSpPr/>
          <p:nvPr/>
        </p:nvSpPr>
        <p:spPr>
          <a:xfrm>
            <a:off x="4098206" y="2305050"/>
            <a:ext cx="4603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04/01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4409368" y="2781300"/>
            <a:ext cx="43108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22/01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5564423" y="2305050"/>
            <a:ext cx="46650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07/03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8138294" y="2781300"/>
            <a:ext cx="4337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17/06</a:t>
            </a:r>
            <a:endParaRPr lang="en-US" sz="1125" dirty="0"/>
          </a:p>
        </p:txBody>
      </p:sp>
      <p:sp>
        <p:nvSpPr>
          <p:cNvPr id="35" name="Shape 32"/>
          <p:cNvSpPr/>
          <p:nvPr/>
        </p:nvSpPr>
        <p:spPr>
          <a:xfrm>
            <a:off x="14268450" y="2514600"/>
            <a:ext cx="209550" cy="20955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36" name="Text 33"/>
          <p:cNvSpPr/>
          <p:nvPr/>
        </p:nvSpPr>
        <p:spPr>
          <a:xfrm>
            <a:off x="14973300" y="2171700"/>
            <a:ext cx="2825496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Rilascio silente effettuato; manca censimento amministratore sul portale SelfCare PagoPA.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571500" y="4543425"/>
            <a:ext cx="17145000" cy="952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8" name="Text 35"/>
          <p:cNvSpPr/>
          <p:nvPr/>
        </p:nvSpPr>
        <p:spPr>
          <a:xfrm>
            <a:off x="571500" y="3524250"/>
            <a:ext cx="353187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Revoche BillPayment/Acquiring – Carry over</a:t>
            </a:r>
            <a:endParaRPr lang="en-US" sz="1725" dirty="0"/>
          </a:p>
        </p:txBody>
      </p:sp>
      <p:sp>
        <p:nvSpPr>
          <p:cNvPr id="39" name="Text 36"/>
          <p:cNvSpPr/>
          <p:nvPr/>
        </p:nvSpPr>
        <p:spPr>
          <a:xfrm>
            <a:off x="571500" y="4076700"/>
            <a:ext cx="37719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DMND0002050 · C. Santone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4000500" y="3771900"/>
            <a:ext cx="9772650" cy="26670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/>
        </p:spPr>
      </p:sp>
      <p:sp>
        <p:nvSpPr>
          <p:cNvPr id="41" name="Shape 38"/>
          <p:cNvSpPr/>
          <p:nvPr/>
        </p:nvSpPr>
        <p:spPr>
          <a:xfrm>
            <a:off x="4195911" y="3771900"/>
            <a:ext cx="586308" cy="266700"/>
          </a:xfrm>
          <a:prstGeom prst="rect">
            <a:avLst/>
          </a:prstGeom>
          <a:solidFill>
            <a:srgbClr val="65DCE2"/>
          </a:solidFill>
          <a:ln/>
        </p:spPr>
      </p:sp>
      <p:sp>
        <p:nvSpPr>
          <p:cNvPr id="42" name="Shape 39"/>
          <p:cNvSpPr/>
          <p:nvPr/>
        </p:nvSpPr>
        <p:spPr>
          <a:xfrm>
            <a:off x="4782294" y="3771900"/>
            <a:ext cx="2149971" cy="266700"/>
          </a:xfrm>
          <a:prstGeom prst="rect">
            <a:avLst/>
          </a:prstGeom>
          <a:solidFill>
            <a:srgbClr val="00B7BD"/>
          </a:solidFill>
          <a:ln/>
        </p:spPr>
      </p:sp>
      <p:sp>
        <p:nvSpPr>
          <p:cNvPr id="43" name="Text 40"/>
          <p:cNvSpPr/>
          <p:nvPr/>
        </p:nvSpPr>
        <p:spPr>
          <a:xfrm>
            <a:off x="4195911" y="3590925"/>
            <a:ext cx="4388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07/01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4604072" y="4067175"/>
            <a:ext cx="43264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29/01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6574706" y="3590925"/>
            <a:ext cx="4337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20/04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14268450" y="3800475"/>
            <a:ext cx="209550" cy="209550"/>
          </a:xfrm>
          <a:prstGeom prst="ellipse">
            <a:avLst/>
          </a:prstGeom>
          <a:solidFill>
            <a:srgbClr val="EDA900"/>
          </a:solidFill>
          <a:ln/>
        </p:spPr>
      </p:sp>
      <p:sp>
        <p:nvSpPr>
          <p:cNvPr id="47" name="Text 44"/>
          <p:cNvSpPr/>
          <p:nvPr/>
        </p:nvSpPr>
        <p:spPr>
          <a:xfrm>
            <a:off x="14973300" y="3457575"/>
            <a:ext cx="2825496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Ripianificazione 2026 in attesa di conferma: da riprendere le attività lato Valorizzatore e portare la CR in IT Board.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571500" y="5695950"/>
            <a:ext cx="17145000" cy="952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9" name="Text 46"/>
          <p:cNvSpPr/>
          <p:nvPr/>
        </p:nvSpPr>
        <p:spPr>
          <a:xfrm>
            <a:off x="571500" y="4743450"/>
            <a:ext cx="353187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Nanga Parbat – Alimentazione e Rimborso Conto Gioco</a:t>
            </a:r>
            <a:endParaRPr lang="en-US" sz="1725" dirty="0"/>
          </a:p>
        </p:txBody>
      </p:sp>
      <p:sp>
        <p:nvSpPr>
          <p:cNvPr id="50" name="Text 47"/>
          <p:cNvSpPr/>
          <p:nvPr/>
        </p:nvSpPr>
        <p:spPr>
          <a:xfrm>
            <a:off x="571500" y="5295900"/>
            <a:ext cx="37719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 · M. Morganti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000500" y="4991100"/>
            <a:ext cx="9772650" cy="26670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/>
        </p:spPr>
      </p:sp>
      <p:sp>
        <p:nvSpPr>
          <p:cNvPr id="52" name="Shape 49"/>
          <p:cNvSpPr/>
          <p:nvPr/>
        </p:nvSpPr>
        <p:spPr>
          <a:xfrm>
            <a:off x="4293617" y="4991100"/>
            <a:ext cx="781794" cy="266700"/>
          </a:xfrm>
          <a:prstGeom prst="rect">
            <a:avLst/>
          </a:prstGeom>
          <a:solidFill>
            <a:srgbClr val="65DCE2"/>
          </a:solidFill>
          <a:ln/>
        </p:spPr>
      </p:sp>
      <p:sp>
        <p:nvSpPr>
          <p:cNvPr id="53" name="Shape 50"/>
          <p:cNvSpPr/>
          <p:nvPr/>
        </p:nvSpPr>
        <p:spPr>
          <a:xfrm>
            <a:off x="5075486" y="4991100"/>
            <a:ext cx="1465883" cy="266700"/>
          </a:xfrm>
          <a:prstGeom prst="rect">
            <a:avLst/>
          </a:prstGeom>
          <a:solidFill>
            <a:srgbClr val="00B7BD"/>
          </a:solidFill>
          <a:ln/>
        </p:spPr>
      </p:sp>
      <p:sp>
        <p:nvSpPr>
          <p:cNvPr id="54" name="Shape 51"/>
          <p:cNvSpPr/>
          <p:nvPr/>
        </p:nvSpPr>
        <p:spPr>
          <a:xfrm>
            <a:off x="6541368" y="4991100"/>
            <a:ext cx="1954485" cy="266700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55" name="Text 52"/>
          <p:cNvSpPr/>
          <p:nvPr/>
        </p:nvSpPr>
        <p:spPr>
          <a:xfrm>
            <a:off x="4315388" y="4799240"/>
            <a:ext cx="501062" cy="203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11/01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875721" y="5286375"/>
            <a:ext cx="47572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09/02</a:t>
            </a:r>
            <a:endParaRPr lang="en-US" sz="1125" dirty="0"/>
          </a:p>
        </p:txBody>
      </p:sp>
      <p:sp>
        <p:nvSpPr>
          <p:cNvPr id="57" name="Text 54"/>
          <p:cNvSpPr/>
          <p:nvPr/>
        </p:nvSpPr>
        <p:spPr>
          <a:xfrm>
            <a:off x="6336655" y="4810125"/>
            <a:ext cx="48562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05/04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8138294" y="5286375"/>
            <a:ext cx="4337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17/06</a:t>
            </a:r>
            <a:endParaRPr lang="en-US" sz="1125" dirty="0"/>
          </a:p>
        </p:txBody>
      </p:sp>
      <p:sp>
        <p:nvSpPr>
          <p:cNvPr id="59" name="Shape 56"/>
          <p:cNvSpPr/>
          <p:nvPr/>
        </p:nvSpPr>
        <p:spPr>
          <a:xfrm>
            <a:off x="14268450" y="5019675"/>
            <a:ext cx="209550" cy="209550"/>
          </a:xfrm>
          <a:prstGeom prst="ellipse">
            <a:avLst/>
          </a:prstGeom>
          <a:solidFill>
            <a:srgbClr val="EDA900"/>
          </a:solidFill>
          <a:ln/>
        </p:spPr>
      </p:sp>
      <p:sp>
        <p:nvSpPr>
          <p:cNvPr id="60" name="Text 57"/>
          <p:cNvSpPr/>
          <p:nvPr/>
        </p:nvSpPr>
        <p:spPr>
          <a:xfrm>
            <a:off x="14973300" y="4788694"/>
            <a:ext cx="2825496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completati, in attesa pianificazione della CR per integrazione con EasyCassa.</a:t>
            </a:r>
            <a:endParaRPr lang="en-US" sz="1425" dirty="0"/>
          </a:p>
        </p:txBody>
      </p:sp>
      <p:sp>
        <p:nvSpPr>
          <p:cNvPr id="61" name="Text 58"/>
          <p:cNvSpPr/>
          <p:nvPr/>
        </p:nvSpPr>
        <p:spPr>
          <a:xfrm>
            <a:off x="571500" y="6091238"/>
            <a:ext cx="37719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E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ApplePay su AppIO</a:t>
            </a:r>
            <a:endParaRPr lang="en-US" sz="1725" dirty="0"/>
          </a:p>
        </p:txBody>
      </p:sp>
      <p:sp>
        <p:nvSpPr>
          <p:cNvPr id="62" name="Text 59"/>
          <p:cNvSpPr/>
          <p:nvPr/>
        </p:nvSpPr>
        <p:spPr>
          <a:xfrm>
            <a:off x="571500" y="6386513"/>
            <a:ext cx="37719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DMND0002863 · G. Sangermano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4000500" y="6210300"/>
            <a:ext cx="9772650" cy="266700"/>
          </a:xfrm>
          <a:prstGeom prst="roundRect">
            <a:avLst>
              <a:gd name="adj" fmla="val 50000"/>
            </a:avLst>
          </a:prstGeom>
          <a:solidFill>
            <a:srgbClr val="F2F5F7"/>
          </a:solidFill>
          <a:ln/>
        </p:spPr>
      </p:sp>
      <p:sp>
        <p:nvSpPr>
          <p:cNvPr id="64" name="Shape 61"/>
          <p:cNvSpPr/>
          <p:nvPr/>
        </p:nvSpPr>
        <p:spPr>
          <a:xfrm>
            <a:off x="4098206" y="6210300"/>
            <a:ext cx="488603" cy="266700"/>
          </a:xfrm>
          <a:prstGeom prst="rect">
            <a:avLst/>
          </a:prstGeom>
          <a:solidFill>
            <a:srgbClr val="65DCE2"/>
          </a:solidFill>
          <a:ln/>
        </p:spPr>
      </p:sp>
      <p:sp>
        <p:nvSpPr>
          <p:cNvPr id="65" name="Shape 62"/>
          <p:cNvSpPr/>
          <p:nvPr/>
        </p:nvSpPr>
        <p:spPr>
          <a:xfrm>
            <a:off x="4586808" y="6210300"/>
            <a:ext cx="977205" cy="266700"/>
          </a:xfrm>
          <a:prstGeom prst="rect">
            <a:avLst/>
          </a:prstGeom>
          <a:solidFill>
            <a:srgbClr val="00B7BD"/>
          </a:solidFill>
          <a:ln/>
        </p:spPr>
      </p:sp>
      <p:sp>
        <p:nvSpPr>
          <p:cNvPr id="66" name="Shape 63"/>
          <p:cNvSpPr/>
          <p:nvPr/>
        </p:nvSpPr>
        <p:spPr>
          <a:xfrm>
            <a:off x="5564088" y="6210300"/>
            <a:ext cx="1172691" cy="266700"/>
          </a:xfrm>
          <a:prstGeom prst="rect">
            <a:avLst/>
          </a:prstGeom>
          <a:solidFill>
            <a:srgbClr val="008085"/>
          </a:solidFill>
          <a:ln/>
        </p:spPr>
      </p:sp>
      <p:sp>
        <p:nvSpPr>
          <p:cNvPr id="67" name="Shape 64"/>
          <p:cNvSpPr/>
          <p:nvPr/>
        </p:nvSpPr>
        <p:spPr>
          <a:xfrm>
            <a:off x="6736779" y="6210300"/>
            <a:ext cx="586308" cy="26670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68" name="Text 65"/>
          <p:cNvSpPr/>
          <p:nvPr/>
        </p:nvSpPr>
        <p:spPr>
          <a:xfrm>
            <a:off x="4098206" y="6029325"/>
            <a:ext cx="46032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04/01</a:t>
            </a:r>
            <a:endParaRPr lang="en-US" sz="1125" dirty="0"/>
          </a:p>
        </p:txBody>
      </p:sp>
      <p:sp>
        <p:nvSpPr>
          <p:cNvPr id="69" name="Text 66"/>
          <p:cNvSpPr/>
          <p:nvPr/>
        </p:nvSpPr>
        <p:spPr>
          <a:xfrm>
            <a:off x="4409368" y="6505575"/>
            <a:ext cx="43108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22/01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5374295" y="6029325"/>
            <a:ext cx="45578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27/02</a:t>
            </a:r>
            <a:endParaRPr lang="en-US" sz="1125" dirty="0"/>
          </a:p>
        </p:txBody>
      </p:sp>
      <p:sp>
        <p:nvSpPr>
          <p:cNvPr id="71" name="Text 68"/>
          <p:cNvSpPr/>
          <p:nvPr/>
        </p:nvSpPr>
        <p:spPr>
          <a:xfrm>
            <a:off x="6965603" y="6505575"/>
            <a:ext cx="4337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04/05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14268450" y="6238875"/>
            <a:ext cx="209550" cy="20955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73" name="Text 70"/>
          <p:cNvSpPr/>
          <p:nvPr/>
        </p:nvSpPr>
        <p:spPr>
          <a:xfrm>
            <a:off x="14973300" y="5895975"/>
            <a:ext cx="2825496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conclusi, in attesa di autorizzazione al rilascio. Se riattivato, da prevedere costi NRT e attivazione.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571500" y="9315450"/>
            <a:ext cx="17145000" cy="952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5" name="Text 72"/>
          <p:cNvSpPr/>
          <p:nvPr/>
        </p:nvSpPr>
        <p:spPr>
          <a:xfrm>
            <a:off x="571500" y="9532144"/>
            <a:ext cx="83105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Legenda: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593056" y="95583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65DCE2"/>
          </a:solidFill>
          <a:ln/>
        </p:spPr>
      </p:sp>
      <p:sp>
        <p:nvSpPr>
          <p:cNvPr id="77" name="Text 74"/>
          <p:cNvSpPr/>
          <p:nvPr/>
        </p:nvSpPr>
        <p:spPr>
          <a:xfrm>
            <a:off x="1821656" y="9522619"/>
            <a:ext cx="66987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2682032" y="95583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0B7BD"/>
          </a:solidFill>
          <a:ln/>
        </p:spPr>
      </p:sp>
      <p:sp>
        <p:nvSpPr>
          <p:cNvPr id="79" name="Text 76"/>
          <p:cNvSpPr/>
          <p:nvPr/>
        </p:nvSpPr>
        <p:spPr>
          <a:xfrm>
            <a:off x="2910632" y="9522619"/>
            <a:ext cx="86193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Sviluppo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3963070" y="95583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08085"/>
          </a:solidFill>
          <a:ln/>
        </p:spPr>
      </p:sp>
      <p:sp>
        <p:nvSpPr>
          <p:cNvPr id="81" name="Text 78"/>
          <p:cNvSpPr/>
          <p:nvPr/>
        </p:nvSpPr>
        <p:spPr>
          <a:xfrm>
            <a:off x="4191670" y="9522619"/>
            <a:ext cx="8698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Test/UAT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5251996" y="955833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C627"/>
          </a:solidFill>
          <a:ln/>
        </p:spPr>
      </p:sp>
      <p:sp>
        <p:nvSpPr>
          <p:cNvPr id="83" name="Text 80"/>
          <p:cNvSpPr/>
          <p:nvPr/>
        </p:nvSpPr>
        <p:spPr>
          <a:xfrm>
            <a:off x="5480596" y="9522619"/>
            <a:ext cx="73707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425" dirty="0"/>
          </a:p>
        </p:txBody>
      </p:sp>
      <p:sp>
        <p:nvSpPr>
          <p:cNvPr id="84" name="Shape 81"/>
          <p:cNvSpPr/>
          <p:nvPr/>
        </p:nvSpPr>
        <p:spPr>
          <a:xfrm>
            <a:off x="6408167" y="9539288"/>
            <a:ext cx="9525" cy="190500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85" name="Shape 82"/>
          <p:cNvSpPr/>
          <p:nvPr/>
        </p:nvSpPr>
        <p:spPr>
          <a:xfrm>
            <a:off x="6684392" y="9558338"/>
            <a:ext cx="152400" cy="1524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6" name="Text 83"/>
          <p:cNvSpPr/>
          <p:nvPr/>
        </p:nvSpPr>
        <p:spPr>
          <a:xfrm>
            <a:off x="6912992" y="9522619"/>
            <a:ext cx="164791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criticità</a:t>
            </a:r>
            <a:endParaRPr lang="en-US" sz="1425" dirty="0"/>
          </a:p>
        </p:txBody>
      </p:sp>
      <p:sp>
        <p:nvSpPr>
          <p:cNvPr id="87" name="Shape 84"/>
          <p:cNvSpPr/>
          <p:nvPr/>
        </p:nvSpPr>
        <p:spPr>
          <a:xfrm>
            <a:off x="8677796" y="9558338"/>
            <a:ext cx="152400" cy="152400"/>
          </a:xfrm>
          <a:prstGeom prst="ellipse">
            <a:avLst/>
          </a:prstGeom>
          <a:solidFill>
            <a:srgbClr val="EDA900"/>
          </a:solidFill>
          <a:ln/>
        </p:spPr>
      </p:sp>
      <p:sp>
        <p:nvSpPr>
          <p:cNvPr id="88" name="Text 85"/>
          <p:cNvSpPr/>
          <p:nvPr/>
        </p:nvSpPr>
        <p:spPr>
          <a:xfrm>
            <a:off x="8906396" y="9522619"/>
            <a:ext cx="25557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Gestibile senza escalation</a:t>
            </a:r>
            <a:endParaRPr lang="en-US" sz="1425" dirty="0"/>
          </a:p>
        </p:txBody>
      </p:sp>
      <p:sp>
        <p:nvSpPr>
          <p:cNvPr id="89" name="Shape 86"/>
          <p:cNvSpPr/>
          <p:nvPr/>
        </p:nvSpPr>
        <p:spPr>
          <a:xfrm>
            <a:off x="11496526" y="9558338"/>
            <a:ext cx="152400" cy="152400"/>
          </a:xfrm>
          <a:prstGeom prst="ellipse">
            <a:avLst/>
          </a:prstGeom>
          <a:solidFill>
            <a:srgbClr val="E32118"/>
          </a:solidFill>
          <a:ln/>
        </p:spPr>
      </p:sp>
      <p:sp>
        <p:nvSpPr>
          <p:cNvPr id="90" name="Text 87"/>
          <p:cNvSpPr/>
          <p:nvPr/>
        </p:nvSpPr>
        <p:spPr>
          <a:xfrm>
            <a:off x="11725126" y="9522619"/>
            <a:ext cx="207896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da avviare</a:t>
            </a:r>
            <a:endParaRPr lang="en-US" sz="1425" dirty="0"/>
          </a:p>
        </p:txBody>
      </p:sp>
      <p:sp>
        <p:nvSpPr>
          <p:cNvPr id="91" name="Text 88"/>
          <p:cNvSpPr/>
          <p:nvPr/>
        </p:nvSpPr>
        <p:spPr>
          <a:xfrm>
            <a:off x="17483361" y="9515475"/>
            <a:ext cx="3093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CBC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8DOwmAjcjUCn8..qe36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8DOwmAjcjUCn8..qe36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a1Mooney">
  <a:themeElements>
    <a:clrScheme name="Personalizzati 1">
      <a:dk1>
        <a:srgbClr val="4F4F4F"/>
      </a:dk1>
      <a:lt1>
        <a:srgbClr val="FFFFFF"/>
      </a:lt1>
      <a:dk2>
        <a:srgbClr val="4F4F4F"/>
      </a:dk2>
      <a:lt2>
        <a:srgbClr val="FFFFFF"/>
      </a:lt2>
      <a:accent1>
        <a:srgbClr val="FFC527"/>
      </a:accent1>
      <a:accent2>
        <a:srgbClr val="00B6BD"/>
      </a:accent2>
      <a:accent3>
        <a:srgbClr val="E5EBF0"/>
      </a:accent3>
      <a:accent4>
        <a:srgbClr val="FFC527"/>
      </a:accent4>
      <a:accent5>
        <a:srgbClr val="00B6BD"/>
      </a:accent5>
      <a:accent6>
        <a:srgbClr val="E5EBF0"/>
      </a:accent6>
      <a:hlink>
        <a:srgbClr val="FFC527"/>
      </a:hlink>
      <a:folHlink>
        <a:srgbClr val="00B6B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a1Mooney" id="{9F01BBBD-A16C-4DA8-8B40-C69C4069375C}" vid="{725ACA8C-2C56-4173-B3E3-6F5F633CD0A2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Personalizzato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10</vt:i4>
      </vt:variant>
    </vt:vector>
  </HeadingPairs>
  <TitlesOfParts>
    <vt:vector size="12" baseType="lpstr">
      <vt:lpstr>Office Theme</vt:lpstr>
      <vt:lpstr>3_Tema1Mooney</vt:lpstr>
      <vt:lpstr>SAL PM IT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77</cp:revision>
  <dcterms:created xsi:type="dcterms:W3CDTF">2026-07-22T13:30:18Z</dcterms:created>
  <dcterms:modified xsi:type="dcterms:W3CDTF">2026-07-22T14:05:59Z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6eed80-fed9-4127-8b71-10451fee09e6_Enabled">
    <vt:lpwstr>true</vt:lpwstr>
  </property>
  <property fmtid="{D5CDD505-2E9C-101B-9397-08002B2CF9AE}" pid="3" name="MSIP_Label_016eed80-fed9-4127-8b71-10451fee09e6_SetDate">
    <vt:lpwstr>2026-07-22T13:30:53Z</vt:lpwstr>
  </property>
  <property fmtid="{D5CDD505-2E9C-101B-9397-08002B2CF9AE}" pid="4" name="MSIP_Label_016eed80-fed9-4127-8b71-10451fee09e6_Method">
    <vt:lpwstr>Privileged</vt:lpwstr>
  </property>
  <property fmtid="{D5CDD505-2E9C-101B-9397-08002B2CF9AE}" pid="5" name="MSIP_Label_016eed80-fed9-4127-8b71-10451fee09e6_Name">
    <vt:lpwstr>Uso Interno</vt:lpwstr>
  </property>
  <property fmtid="{D5CDD505-2E9C-101B-9397-08002B2CF9AE}" pid="6" name="MSIP_Label_016eed80-fed9-4127-8b71-10451fee09e6_SiteId">
    <vt:lpwstr>e757ecc5-f28a-4050-8d90-d9bae0391066</vt:lpwstr>
  </property>
  <property fmtid="{D5CDD505-2E9C-101B-9397-08002B2CF9AE}" pid="7" name="MSIP_Label_016eed80-fed9-4127-8b71-10451fee09e6_ActionId">
    <vt:lpwstr>5a726313-76b2-4ade-9716-6993c859f934</vt:lpwstr>
  </property>
  <property fmtid="{D5CDD505-2E9C-101B-9397-08002B2CF9AE}" pid="8" name="MSIP_Label_016eed80-fed9-4127-8b71-10451fee09e6_ContentBits">
    <vt:lpwstr>1</vt:lpwstr>
  </property>
  <property fmtid="{D5CDD505-2E9C-101B-9397-08002B2CF9AE}" pid="9" name="MSIP_Label_016eed80-fed9-4127-8b71-10451fee09e6_Tag">
    <vt:lpwstr>10, 0, 1, 2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Questo documento è classificato come Uso Interno.</vt:lpwstr>
  </property>
</Properties>
</file>